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1" r:id="rId3"/>
    <p:sldId id="258" r:id="rId4"/>
    <p:sldId id="259" r:id="rId5"/>
    <p:sldId id="272" r:id="rId6"/>
    <p:sldId id="280" r:id="rId7"/>
    <p:sldId id="273" r:id="rId8"/>
    <p:sldId id="274" r:id="rId9"/>
    <p:sldId id="275" r:id="rId10"/>
    <p:sldId id="27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/>
    </p:cSldViewPr>
  </p:slideViewPr>
  <p:outlineViewPr>
    <p:cViewPr>
      <p:scale>
        <a:sx n="33" d="100"/>
        <a:sy n="33" d="100"/>
      </p:scale>
      <p:origin x="0" y="-64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11/26/2025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94626"/>
            <a:ext cx="12128739" cy="1775389"/>
          </a:xfrm>
        </p:spPr>
        <p:txBody>
          <a:bodyPr/>
          <a:lstStyle/>
          <a:p>
            <a:pPr algn="ctr"/>
            <a:r>
              <a:rPr lang="ur-PK" sz="9600" dirty="0"/>
              <a:t>بِسْمِ ٱللَّهِ ٱلرَّحْمَٰنِ ٱلرَّحِيمِ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309245674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b="1" dirty="0"/>
              <a:t>Course: Web Designing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36805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Institute: Corvit Systems Peshawar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60709" y="5145438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Duration: 3-Month Web Designing &amp; Development Course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166465" y="5530746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 smtClean="0"/>
              <a:t>4</a:t>
            </a:r>
            <a:r>
              <a:rPr lang="en-US" b="1" baseline="30000" dirty="0" smtClean="0"/>
              <a:t>th</a:t>
            </a:r>
            <a:r>
              <a:rPr lang="en-US" b="1" dirty="0" smtClean="0"/>
              <a:t> class of web designing</a:t>
            </a:r>
            <a:endParaRPr lang="en-US" b="1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154969" y="5864295"/>
            <a:ext cx="8825658" cy="470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b="1" dirty="0"/>
              <a:t>HTML LISTS &amp; TABLES</a:t>
            </a:r>
          </a:p>
        </p:txBody>
      </p:sp>
    </p:spTree>
    <p:extLst>
      <p:ext uri="{BB962C8B-B14F-4D97-AF65-F5344CB8AC3E}">
        <p14:creationId xmlns:p14="http://schemas.microsoft.com/office/powerpoint/2010/main" val="3517948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10705"/>
            <a:ext cx="8825659" cy="1036608"/>
          </a:xfrm>
        </p:spPr>
        <p:txBody>
          <a:bodyPr/>
          <a:lstStyle/>
          <a:p>
            <a:r>
              <a:rPr lang="en-US" b="1" dirty="0" smtClean="0"/>
              <a:t>What we will learn today</a:t>
            </a:r>
            <a:endParaRPr 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654987"/>
            <a:ext cx="637110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class, you will understand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</a:rPr>
              <a:t>Unordered 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Ordered </a:t>
            </a:r>
            <a:r>
              <a:rPr lang="en-US" altLang="en-US" sz="2000" dirty="0"/>
              <a:t>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Description </a:t>
            </a:r>
            <a:r>
              <a:rPr lang="en-US" altLang="en-US" sz="2000" dirty="0"/>
              <a:t>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HTML </a:t>
            </a:r>
            <a:r>
              <a:rPr lang="en-US" altLang="en-US" sz="2000" dirty="0"/>
              <a:t>Tables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td,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dirty="0" smtClean="0"/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>
                <a:latin typeface="Arial" panose="020B0604020202020204" pitchFamily="34" charset="0"/>
              </a:rPr>
              <a:t>Table </a:t>
            </a:r>
            <a:r>
              <a:rPr lang="en-US" altLang="en-US" sz="2000" dirty="0">
                <a:latin typeface="Arial" panose="020B0604020202020204" pitchFamily="34" charset="0"/>
              </a:rPr>
              <a:t>Attributes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border, width,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altLang="en-US" sz="2000" dirty="0">
                <a:latin typeface="Arial" panose="020B0604020202020204" pitchFamily="34" charset="0"/>
              </a:rPr>
              <a:t>) </a:t>
            </a:r>
          </a:p>
          <a:p>
            <a:pPr lvl="2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3299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Unordered List 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557990"/>
            <a:ext cx="99849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 smtClean="0">
                <a:latin typeface="Arial" panose="020B0604020202020204" pitchFamily="34" charset="0"/>
              </a:rPr>
              <a:t>Used </a:t>
            </a:r>
            <a:r>
              <a:rPr lang="en-US" altLang="en-US" sz="2000" dirty="0">
                <a:latin typeface="Arial" panose="020B0604020202020204" pitchFamily="34" charset="0"/>
              </a:rPr>
              <a:t>to display bullet points.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Example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&lt;li&gt;Apple&lt;/li&gt; &lt;li&gt;Banana&lt;/li&gt; &lt;li&gt;Mango&lt;/li&gt;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/>
              <a:t>Characteristics: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Items appear with bullets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Perfect for </a:t>
            </a:r>
            <a:r>
              <a:rPr lang="en-US" altLang="en-US" sz="2000" dirty="0">
                <a:latin typeface="Arial" panose="020B0604020202020204" pitchFamily="34" charset="0"/>
              </a:rPr>
              <a:t>menus, lists, features</a:t>
            </a:r>
          </a:p>
        </p:txBody>
      </p:sp>
    </p:spTree>
    <p:extLst>
      <p:ext uri="{BB962C8B-B14F-4D97-AF65-F5344CB8AC3E}">
        <p14:creationId xmlns:p14="http://schemas.microsoft.com/office/powerpoint/2010/main" val="29804080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Ordered List 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404102"/>
            <a:ext cx="99849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Used for numbered lists.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Example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&lt;li&gt;Step One&lt;/li&gt; &lt;li&gt;Step Two&lt;/li&gt;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/>
              <a:t>Best </a:t>
            </a:r>
            <a:r>
              <a:rPr lang="en-US" altLang="en-US" sz="2000" b="1" dirty="0" smtClean="0"/>
              <a:t>for: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Steps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Rankings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Tutorials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0015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Description List </a:t>
            </a:r>
            <a:r>
              <a:rPr lang="en-US" altLang="en-US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404101"/>
            <a:ext cx="99849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Used for definitions or terms.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Example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&gt;HTML&lt;/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dt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HyperText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Markup Language&lt;/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&lt;/dl&gt;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/>
              <a:t>When to </a:t>
            </a:r>
            <a:r>
              <a:rPr lang="en-US" altLang="en-US" sz="2000" b="1" dirty="0" smtClean="0"/>
              <a:t>use: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Dictionaries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Glossaries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</a:rPr>
              <a:t>Product </a:t>
            </a:r>
            <a:r>
              <a:rPr lang="en-US" altLang="en-US" sz="2000" dirty="0">
                <a:latin typeface="Arial" panose="020B0604020202020204" pitchFamily="34" charset="0"/>
              </a:rPr>
              <a:t>specifications</a:t>
            </a:r>
          </a:p>
        </p:txBody>
      </p:sp>
    </p:spTree>
    <p:extLst>
      <p:ext uri="{BB962C8B-B14F-4D97-AF65-F5344CB8AC3E}">
        <p14:creationId xmlns:p14="http://schemas.microsoft.com/office/powerpoint/2010/main" val="304079725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HTML Tables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4" y="1233577"/>
            <a:ext cx="99849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Tables show data in rows and columns.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>
                <a:latin typeface="Arial" panose="020B0604020202020204" pitchFamily="34" charset="0"/>
              </a:rPr>
              <a:t>Basic Structure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&gt;Name&lt;/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&gt;Age&lt;/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&lt;td&gt;Sahil&lt;/td&gt;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&lt;td&gt;22&lt;/td&gt;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&lt;/table&gt;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b="1" dirty="0" smtClean="0"/>
              <a:t>Tags </a:t>
            </a:r>
            <a:r>
              <a:rPr lang="en-US" altLang="en-US" sz="2000" b="1" dirty="0"/>
              <a:t>Meaning: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&lt;table&gt; </a:t>
            </a:r>
            <a:r>
              <a:rPr lang="en-US" altLang="en-US" sz="2000" dirty="0"/>
              <a:t>→ Table </a:t>
            </a:r>
            <a:r>
              <a:rPr lang="en-US" altLang="en-US" sz="2000" dirty="0" smtClean="0"/>
              <a:t>container</a:t>
            </a:r>
            <a:endParaRPr lang="en-US" altLang="en-US" sz="2000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/>
              <a:t>→ Table </a:t>
            </a:r>
            <a:r>
              <a:rPr lang="en-US" altLang="en-US" sz="2000" dirty="0" smtClean="0"/>
              <a:t>row</a:t>
            </a:r>
            <a:endParaRPr lang="en-US" altLang="en-US" sz="2000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altLang="en-US" sz="2000" dirty="0"/>
              <a:t>→ Header cell (bold + centered</a:t>
            </a:r>
            <a:r>
              <a:rPr lang="en-US" altLang="en-US" sz="2000" dirty="0" smtClean="0"/>
              <a:t>)</a:t>
            </a:r>
            <a:endParaRPr lang="en-US" altLang="en-US" sz="2000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&lt;td&gt; </a:t>
            </a:r>
            <a:r>
              <a:rPr lang="en-US" altLang="en-US" sz="2000" dirty="0"/>
              <a:t>→ Data cell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1285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b="1" dirty="0"/>
              <a:t>Table Attributes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634664"/>
            <a:ext cx="99849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border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Adds outline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 border="1"&gt;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smtClean="0">
                <a:latin typeface="Arial" panose="020B0604020202020204" pitchFamily="34" charset="0"/>
              </a:rPr>
              <a:t>width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Controls table width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 width="500"&gt;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err="1" smtClean="0">
                <a:latin typeface="Arial" panose="020B0604020202020204" pitchFamily="34" charset="0"/>
              </a:rPr>
              <a:t>colspan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Merges columns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="2"&gt;Combined Cell&lt;/td&gt; 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000" b="1" dirty="0" err="1" smtClean="0">
                <a:latin typeface="Arial" panose="020B0604020202020204" pitchFamily="34" charset="0"/>
              </a:rPr>
              <a:t>rowspan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Merges rows</a:t>
            </a:r>
            <a:endParaRPr lang="en-US" altLang="en-US" sz="2000" dirty="0">
              <a:latin typeface="Arial Unicode MS" panose="020B0604020202020204" pitchFamily="34" charset="-128"/>
            </a:endParaRPr>
          </a:p>
          <a:p>
            <a:pPr marL="914400" lvl="1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&lt;td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="2"&gt;2 Rows Merged&lt;/td&gt;</a:t>
            </a:r>
          </a:p>
        </p:txBody>
      </p:sp>
    </p:spTree>
    <p:extLst>
      <p:ext uri="{BB962C8B-B14F-4D97-AF65-F5344CB8AC3E}">
        <p14:creationId xmlns:p14="http://schemas.microsoft.com/office/powerpoint/2010/main" val="260685921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 smtClean="0"/>
              <a:t>Practical Example</a:t>
            </a:r>
            <a:endParaRPr lang="en-US" altLang="en-US" b="1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1173000"/>
            <a:ext cx="99849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&lt;table border="1" width="400"&gt;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&gt;Name&lt;/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&gt;Class&lt;/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endParaRPr lang="en-US" altLang="en-US" sz="2000" i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&lt;td&gt;Sahil&lt;/td&gt;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&lt;td&gt;Web Designing&lt;/td&gt;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endParaRPr lang="en-US" altLang="en-US" sz="2000" i="1" dirty="0">
              <a:solidFill>
                <a:srgbClr val="FFFF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&lt;td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="2"&gt;Merged Column Example&lt;/td&gt;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&lt;/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</a:pP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50510691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62464"/>
            <a:ext cx="8825659" cy="1071113"/>
          </a:xfrm>
        </p:spPr>
        <p:txBody>
          <a:bodyPr/>
          <a:lstStyle/>
          <a:p>
            <a:pPr lvl="0" fontAlgn="base">
              <a:spcAft>
                <a:spcPct val="0"/>
              </a:spcAft>
            </a:pPr>
            <a:r>
              <a:rPr lang="en-US" altLang="en-US" b="1" dirty="0"/>
              <a:t>Summary of today Class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54955" y="2404104"/>
            <a:ext cx="99849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Today we covered: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</a:rPr>
              <a:t>Unordered 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Ordered </a:t>
            </a:r>
            <a:r>
              <a:rPr lang="en-US" altLang="en-US" sz="2000" dirty="0"/>
              <a:t>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ol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Description </a:t>
            </a:r>
            <a:r>
              <a:rPr lang="en-US" altLang="en-US" sz="2000" dirty="0"/>
              <a:t>List 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&lt;dl&gt;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Table </a:t>
            </a:r>
            <a:r>
              <a:rPr lang="en-US" altLang="en-US" sz="2000" dirty="0"/>
              <a:t>tags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table,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td,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altLang="en-US" sz="2000" dirty="0" smtClean="0"/>
              <a:t>)</a:t>
            </a:r>
            <a:endParaRPr lang="en-US" altLang="en-US" sz="2000" dirty="0"/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US" altLang="en-US" sz="2000" dirty="0" smtClean="0"/>
              <a:t>Table </a:t>
            </a:r>
            <a:r>
              <a:rPr lang="en-US" altLang="en-US" sz="2000" dirty="0"/>
              <a:t>attributes (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border, width,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colspan</a:t>
            </a:r>
            <a:r>
              <a:rPr lang="en-US" altLang="en-US" sz="2000" i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en-US" sz="2000" i="1" dirty="0" err="1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rowspan</a:t>
            </a:r>
            <a:r>
              <a:rPr lang="en-US" altLang="en-US" sz="2000" dirty="0"/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latin typeface="Arial" panose="020B0604020202020204" pitchFamily="34" charset="0"/>
              </a:rPr>
              <a:t>Next Class → </a:t>
            </a:r>
            <a:r>
              <a:rPr lang="en-US" altLang="en-US" sz="2000" b="1" dirty="0">
                <a:latin typeface="Arial" panose="020B0604020202020204" pitchFamily="34" charset="0"/>
              </a:rPr>
              <a:t>HTML Forms &amp; Inputs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9861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832</TotalTime>
  <Words>471</Words>
  <Application>Microsoft Office PowerPoint</Application>
  <PresentationFormat>Widescreen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 Unicode MS</vt:lpstr>
      <vt:lpstr>Arial</vt:lpstr>
      <vt:lpstr>Calibri</vt:lpstr>
      <vt:lpstr>Century Gothic</vt:lpstr>
      <vt:lpstr>Courier New</vt:lpstr>
      <vt:lpstr>Times New Roman</vt:lpstr>
      <vt:lpstr>Wingdings</vt:lpstr>
      <vt:lpstr>Wingdings 3</vt:lpstr>
      <vt:lpstr>Ion</vt:lpstr>
      <vt:lpstr>بِسْمِ ٱللَّهِ ٱلرَّحْمَٰنِ ٱلرَّحِيمِ</vt:lpstr>
      <vt:lpstr>Course: Web Designing</vt:lpstr>
      <vt:lpstr>What we will learn today</vt:lpstr>
      <vt:lpstr>Unordered List &lt;ul&gt; </vt:lpstr>
      <vt:lpstr>Ordered List &lt;ol&gt; </vt:lpstr>
      <vt:lpstr>Description List &lt;dl&gt; </vt:lpstr>
      <vt:lpstr>HTML Tables</vt:lpstr>
      <vt:lpstr>Table Attributes</vt:lpstr>
      <vt:lpstr>Practical Example</vt:lpstr>
      <vt:lpstr>Summary of today Class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Course: Web Designing</dc:title>
  <dc:creator>Muhammad Sahil</dc:creator>
  <cp:lastModifiedBy>Muhammad Sahil</cp:lastModifiedBy>
  <cp:revision>23</cp:revision>
  <dcterms:created xsi:type="dcterms:W3CDTF">2025-11-16T03:57:59Z</dcterms:created>
  <dcterms:modified xsi:type="dcterms:W3CDTF">2025-11-26T17:16:30Z</dcterms:modified>
</cp:coreProperties>
</file>