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1" r:id="rId3"/>
    <p:sldId id="258" r:id="rId4"/>
    <p:sldId id="259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80" r:id="rId13"/>
    <p:sldId id="27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 autoAdjust="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/>
    </p:cSldViewPr>
  </p:slideViewPr>
  <p:outlineViewPr>
    <p:cViewPr>
      <p:scale>
        <a:sx n="33" d="100"/>
        <a:sy n="33" d="100"/>
      </p:scale>
      <p:origin x="0" y="-6413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9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294626"/>
            <a:ext cx="12128739" cy="1775389"/>
          </a:xfrm>
        </p:spPr>
        <p:txBody>
          <a:bodyPr/>
          <a:lstStyle/>
          <a:p>
            <a:pPr algn="ctr"/>
            <a:r>
              <a:rPr lang="ur-PK" sz="9600" dirty="0"/>
              <a:t>بِسْمِ ٱللَّهِ ٱلرَّحْمَٰنِ ٱلرَّحِيمِ</a:t>
            </a:r>
            <a:endParaRPr lang="en-US" sz="9600" b="1" dirty="0"/>
          </a:p>
        </p:txBody>
      </p:sp>
    </p:spTree>
    <p:extLst>
      <p:ext uri="{BB962C8B-B14F-4D97-AF65-F5344CB8AC3E}">
        <p14:creationId xmlns:p14="http://schemas.microsoft.com/office/powerpoint/2010/main" val="309245674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b="1" dirty="0"/>
              <a:t>Course: Web Designing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36805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Institute: Corvit Systems Peshawar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160709" y="5145438"/>
            <a:ext cx="8825658" cy="470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/>
              <a:t>Duration: 3-Month Web Designing &amp; Development Course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166465" y="5530746"/>
            <a:ext cx="8825658" cy="470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 smtClean="0"/>
              <a:t>2</a:t>
            </a:r>
            <a:r>
              <a:rPr lang="en-US" b="1" baseline="30000" dirty="0" smtClean="0"/>
              <a:t>nd</a:t>
            </a:r>
            <a:r>
              <a:rPr lang="en-US" b="1" dirty="0" smtClean="0"/>
              <a:t> class of web designing</a:t>
            </a:r>
            <a:endParaRPr lang="en-US" b="1" dirty="0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154969" y="5864295"/>
            <a:ext cx="8825658" cy="470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/>
              <a:t>HTML Basic Tags &amp; Writing Content</a:t>
            </a:r>
          </a:p>
        </p:txBody>
      </p:sp>
    </p:spTree>
    <p:extLst>
      <p:ext uri="{BB962C8B-B14F-4D97-AF65-F5344CB8AC3E}">
        <p14:creationId xmlns:p14="http://schemas.microsoft.com/office/powerpoint/2010/main" val="351794818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10705"/>
            <a:ext cx="8825659" cy="1036608"/>
          </a:xfrm>
        </p:spPr>
        <p:txBody>
          <a:bodyPr/>
          <a:lstStyle/>
          <a:p>
            <a:r>
              <a:rPr lang="en-US" b="1" dirty="0" smtClean="0"/>
              <a:t>What we will learn today</a:t>
            </a:r>
            <a:endParaRPr 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1347212"/>
            <a:ext cx="6353021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the end of this class, you will understand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 up VS Code properly</a:t>
            </a:r>
          </a:p>
          <a:p>
            <a:pPr marL="628650" lvl="1" indent="-1714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HTML paragraphs</a:t>
            </a:r>
          </a:p>
          <a:p>
            <a:pPr marL="628650" lvl="1" indent="-1714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line breaks 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/&gt;</a:t>
            </a:r>
          </a:p>
          <a:p>
            <a:pPr marL="628650" lvl="1" indent="-1714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comments in HTML</a:t>
            </a:r>
          </a:p>
          <a:p>
            <a:pPr marL="628650" lvl="1" indent="-1714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Formatting text (Bold, Italic, Underline)</a:t>
            </a:r>
          </a:p>
          <a:p>
            <a:pPr marL="628650" lvl="1" indent="-1714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horizontal lines 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hr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628650" lvl="1" indent="-1714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importance of semantics in HTML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13299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1071113"/>
          </a:xfrm>
        </p:spPr>
        <p:txBody>
          <a:bodyPr/>
          <a:lstStyle/>
          <a:p>
            <a:r>
              <a:rPr lang="en-US" b="1" dirty="0"/>
              <a:t>VS Code Setup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5" y="1634662"/>
            <a:ext cx="99849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Steps for installation: 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Visit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https://code.visualstudio.com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/</a:t>
            </a: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Click on </a:t>
            </a:r>
            <a:r>
              <a:rPr lang="en-US" altLang="en-US" sz="20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for window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After downloading click on install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Steps for writing code in VS Code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 </a:t>
            </a:r>
            <a:r>
              <a:rPr lang="en-US" alt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vscode</a:t>
            </a: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folder in </a:t>
            </a:r>
            <a:r>
              <a:rPr lang="en-US" alt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vscode</a:t>
            </a: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 index.html file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Write your code and save file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Run index.html and enjoy coding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 helps us write code faster with auto-suggestions, formatting, and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extensions.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40802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1071113"/>
          </a:xfrm>
        </p:spPr>
        <p:txBody>
          <a:bodyPr/>
          <a:lstStyle/>
          <a:p>
            <a:pPr lvl="0" fontAlgn="base">
              <a:spcAft>
                <a:spcPct val="0"/>
              </a:spcAft>
            </a:pPr>
            <a:r>
              <a:rPr lang="en-US" altLang="en-US" b="1" dirty="0"/>
              <a:t>HTML Paragraph Tag </a:t>
            </a:r>
            <a:r>
              <a:rPr lang="en-US" altLang="en-US" sz="44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&lt;p&gt;</a:t>
            </a:r>
            <a:r>
              <a:rPr lang="en-US" altLang="en-US" b="1" dirty="0"/>
              <a:t> 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5" y="2096327"/>
            <a:ext cx="99849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paragraph tag is used to write normal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&lt;p&gt;This is a paragraph of text.&lt;/p&gt;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Characteristics:</a:t>
            </a: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Creates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block of text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Adds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spacing automatically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Used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paragraphs, descriptions, and content sections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website uses paragraphs to present readable text.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0015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1071113"/>
          </a:xfrm>
        </p:spPr>
        <p:txBody>
          <a:bodyPr/>
          <a:lstStyle/>
          <a:p>
            <a:pPr lvl="0" fontAlgn="base">
              <a:spcAft>
                <a:spcPct val="0"/>
              </a:spcAft>
            </a:pPr>
            <a:r>
              <a:rPr lang="en-US" altLang="en-US" b="1" dirty="0"/>
              <a:t>Line Break Tag </a:t>
            </a:r>
            <a:r>
              <a:rPr lang="en-US" altLang="en-US" sz="44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44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</a:t>
            </a:r>
            <a:r>
              <a:rPr lang="en-US" altLang="en-US" sz="44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/&gt; 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5" y="2096329"/>
            <a:ext cx="99849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 new line without starting a new paragraph. </a:t>
            </a: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&lt;p&gt;Hello Students!&lt;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&gt;Welcome to Web Designing Class.&lt;/p&gt;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when: 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want to break a line within the same paragraph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poetry, addresses, or short lines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use 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spacing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12858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1071113"/>
          </a:xfrm>
        </p:spPr>
        <p:txBody>
          <a:bodyPr/>
          <a:lstStyle/>
          <a:p>
            <a:pPr lvl="0" fontAlgn="base">
              <a:spcAft>
                <a:spcPct val="0"/>
              </a:spcAft>
            </a:pPr>
            <a:r>
              <a:rPr lang="en-US" altLang="en-US" b="1" dirty="0"/>
              <a:t>HTML Comments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5" y="2096329"/>
            <a:ext cx="99849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Comments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used to write notes for yourself or other developers.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&lt;!-- This is a comment </a:t>
            </a:r>
            <a:r>
              <a:rPr lang="en-US" altLang="en-US" sz="2000" i="1" dirty="0" smtClean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--&gt;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visible on the webpage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reminders, explanations, disabling code temporarily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keep your code clean and understandable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Explain: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always use comments to maintain code quality.</a:t>
            </a:r>
          </a:p>
        </p:txBody>
      </p:sp>
    </p:spTree>
    <p:extLst>
      <p:ext uri="{BB962C8B-B14F-4D97-AF65-F5344CB8AC3E}">
        <p14:creationId xmlns:p14="http://schemas.microsoft.com/office/powerpoint/2010/main" val="260685921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1071113"/>
          </a:xfrm>
        </p:spPr>
        <p:txBody>
          <a:bodyPr/>
          <a:lstStyle/>
          <a:p>
            <a:pPr lvl="0" fontAlgn="base">
              <a:spcAft>
                <a:spcPct val="0"/>
              </a:spcAft>
            </a:pPr>
            <a:r>
              <a:rPr lang="en-US" altLang="en-US" sz="3600" b="1" dirty="0"/>
              <a:t>Formatting Tags (Bold, Italic, Underline)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5" y="1788553"/>
            <a:ext cx="998490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Bold Text → 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&lt;b&gt;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important words.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&lt;b&gt;This text is bold.&lt;/b&gt;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Italic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→ 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emphasis or special words.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&gt;This text is italic.&lt;/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Underline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→ 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&lt;u&gt;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rarely for important names or terms.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&lt;u&gt;This text is underlined.&lt;/u&gt;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Explain: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Later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use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formatting, but these tags help in basic styling.</a:t>
            </a:r>
          </a:p>
        </p:txBody>
      </p:sp>
    </p:spTree>
    <p:extLst>
      <p:ext uri="{BB962C8B-B14F-4D97-AF65-F5344CB8AC3E}">
        <p14:creationId xmlns:p14="http://schemas.microsoft.com/office/powerpoint/2010/main" val="350510691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1071113"/>
          </a:xfrm>
        </p:spPr>
        <p:txBody>
          <a:bodyPr/>
          <a:lstStyle/>
          <a:p>
            <a:pPr lvl="0" fontAlgn="base">
              <a:spcAft>
                <a:spcPct val="0"/>
              </a:spcAft>
            </a:pPr>
            <a:r>
              <a:rPr lang="en-US" altLang="en-US" b="1" dirty="0"/>
              <a:t>Horizontal Line </a:t>
            </a:r>
            <a:r>
              <a:rPr lang="en-US" altLang="en-US" sz="44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44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hr</a:t>
            </a:r>
            <a:r>
              <a:rPr lang="en-US" altLang="en-US" sz="44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5" y="2096329"/>
            <a:ext cx="99849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hr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tag is used to visually separate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sections.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Example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hr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useful for: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Dividing topics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breaks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 content easier to read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hr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adds a line but is not recommended for layout — CSS will replace this later.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8934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1071113"/>
          </a:xfrm>
        </p:spPr>
        <p:txBody>
          <a:bodyPr/>
          <a:lstStyle/>
          <a:p>
            <a:pPr lvl="0" fontAlgn="base">
              <a:spcAft>
                <a:spcPct val="0"/>
              </a:spcAft>
            </a:pPr>
            <a:r>
              <a:rPr lang="en-US" altLang="en-US" b="1" dirty="0"/>
              <a:t>Semantic Importance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5" y="1788553"/>
            <a:ext cx="998490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means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meaningful tags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instead of generic ones.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❌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) Using 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&lt;div&gt;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everything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 ✔️ ) Using 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&lt;header&gt; 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nav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&lt;section&gt; &lt;article&gt; &lt;footer&gt;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semantics matter: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SEO (Google understands your page better)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screen readers (Accessibility)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becomes more organized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you a professional developer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to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students: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semantics early is the foundation of good web design.</a:t>
            </a:r>
          </a:p>
        </p:txBody>
      </p:sp>
    </p:spTree>
    <p:extLst>
      <p:ext uri="{BB962C8B-B14F-4D97-AF65-F5344CB8AC3E}">
        <p14:creationId xmlns:p14="http://schemas.microsoft.com/office/powerpoint/2010/main" val="8074644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1071113"/>
          </a:xfrm>
        </p:spPr>
        <p:txBody>
          <a:bodyPr/>
          <a:lstStyle/>
          <a:p>
            <a:pPr lvl="0" fontAlgn="base">
              <a:spcAft>
                <a:spcPct val="0"/>
              </a:spcAft>
            </a:pPr>
            <a:r>
              <a:rPr lang="en-US" altLang="en-US" b="1" dirty="0"/>
              <a:t>Practical Example of All Tags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5" y="1942441"/>
            <a:ext cx="998490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Below are the examples: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&lt;!-- Class 2 Code Example </a:t>
            </a:r>
            <a:r>
              <a:rPr lang="en-US" altLang="en-US" sz="2000" i="1" dirty="0" smtClean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--&gt;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i="1" dirty="0" smtClean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p&gt;Hello, this is my first paragraph.&lt;/p&gt; </a:t>
            </a:r>
            <a:endParaRPr lang="en-US" altLang="en-US" sz="2000" i="1" dirty="0" smtClean="0">
              <a:solidFill>
                <a:srgbClr val="FFFF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i="1" dirty="0" smtClean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b&gt;This is bold text.&lt;/b</a:t>
            </a:r>
            <a:r>
              <a:rPr lang="en-US" altLang="en-US" sz="2000" i="1" dirty="0" smtClean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i="1" dirty="0" smtClean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</a:t>
            </a:r>
            <a:r>
              <a:rPr lang="en-US" altLang="en-US" sz="2000" i="1" dirty="0" smtClean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i="1" dirty="0" smtClean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&gt;This is italic text.&lt;/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2000" i="1" dirty="0" smtClean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i="1" dirty="0" smtClean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</a:t>
            </a:r>
            <a:r>
              <a:rPr lang="en-US" altLang="en-US" sz="2000" i="1" dirty="0" smtClean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i="1" dirty="0" smtClean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u&gt;This is underlined text.&lt;/u&gt; </a:t>
            </a:r>
            <a:endParaRPr lang="en-US" altLang="en-US" sz="2000" i="1" dirty="0" smtClean="0">
              <a:solidFill>
                <a:srgbClr val="FFFF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i="1" dirty="0" smtClean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hr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</a:t>
            </a:r>
            <a:endParaRPr lang="en-US" altLang="en-US" sz="2000" i="1" dirty="0" smtClean="0">
              <a:solidFill>
                <a:srgbClr val="FFFF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i="1" dirty="0" smtClean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p&gt;Learning HTML is fun and interesting!&lt;/p&gt;</a:t>
            </a:r>
          </a:p>
        </p:txBody>
      </p:sp>
    </p:spTree>
    <p:extLst>
      <p:ext uri="{BB962C8B-B14F-4D97-AF65-F5344CB8AC3E}">
        <p14:creationId xmlns:p14="http://schemas.microsoft.com/office/powerpoint/2010/main" val="72540239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565" y="1396042"/>
            <a:ext cx="8825659" cy="958970"/>
          </a:xfrm>
        </p:spPr>
        <p:txBody>
          <a:bodyPr/>
          <a:lstStyle/>
          <a:p>
            <a:r>
              <a:rPr lang="en-US" dirty="0" err="1" smtClean="0"/>
              <a:t>Assigment</a:t>
            </a:r>
            <a:r>
              <a:rPr lang="en-US" dirty="0" smtClean="0"/>
              <a:t> 2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3430" y="0"/>
            <a:ext cx="6221282" cy="682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702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1071113"/>
          </a:xfrm>
        </p:spPr>
        <p:txBody>
          <a:bodyPr/>
          <a:lstStyle/>
          <a:p>
            <a:pPr lvl="0" fontAlgn="base">
              <a:spcAft>
                <a:spcPct val="0"/>
              </a:spcAft>
            </a:pPr>
            <a:r>
              <a:rPr lang="en-US" altLang="en-US" b="1" dirty="0"/>
              <a:t>Summary of today Class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5" y="2096329"/>
            <a:ext cx="99849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Today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covered: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set up VS Code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paragraphs with 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&lt;p&gt;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line breaks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comments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Formatting text using 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&lt;b&gt;, 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&gt;, &lt;u&gt;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dividers with 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hr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why semantic HTML is important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Class →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Lists &amp; Image Tags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98616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871</TotalTime>
  <Words>705</Words>
  <Application>Microsoft Office PowerPoint</Application>
  <PresentationFormat>Widescreen</PresentationFormat>
  <Paragraphs>114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Century Gothic</vt:lpstr>
      <vt:lpstr>Courier New</vt:lpstr>
      <vt:lpstr>Times New Roman</vt:lpstr>
      <vt:lpstr>Wingdings</vt:lpstr>
      <vt:lpstr>Wingdings 3</vt:lpstr>
      <vt:lpstr>Ion</vt:lpstr>
      <vt:lpstr>بِسْمِ ٱللَّهِ ٱلرَّحْمَٰنِ ٱلرَّحِيمِ</vt:lpstr>
      <vt:lpstr>Course: Web Designing</vt:lpstr>
      <vt:lpstr>What we will learn today</vt:lpstr>
      <vt:lpstr>VS Code Setup</vt:lpstr>
      <vt:lpstr>HTML Paragraph Tag &lt;p&gt; </vt:lpstr>
      <vt:lpstr>Line Break Tag &lt;br/&gt; </vt:lpstr>
      <vt:lpstr>HTML Comments</vt:lpstr>
      <vt:lpstr>Formatting Tags (Bold, Italic, Underline)</vt:lpstr>
      <vt:lpstr>Horizontal Line &lt;hr&gt;</vt:lpstr>
      <vt:lpstr>Semantic Importance</vt:lpstr>
      <vt:lpstr>Practical Example of All Tags</vt:lpstr>
      <vt:lpstr>Assigment 2</vt:lpstr>
      <vt:lpstr>Summary of today Class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Course: Web Designing</dc:title>
  <dc:creator>Muhammad Sahil</dc:creator>
  <cp:lastModifiedBy>Muhammad Sahil</cp:lastModifiedBy>
  <cp:revision>20</cp:revision>
  <dcterms:created xsi:type="dcterms:W3CDTF">2025-11-16T03:57:59Z</dcterms:created>
  <dcterms:modified xsi:type="dcterms:W3CDTF">2025-11-26T10:08:47Z</dcterms:modified>
</cp:coreProperties>
</file>