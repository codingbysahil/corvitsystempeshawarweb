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8" r:id="rId4"/>
    <p:sldId id="259" r:id="rId5"/>
    <p:sldId id="272" r:id="rId6"/>
    <p:sldId id="280" r:id="rId7"/>
    <p:sldId id="275" r:id="rId8"/>
    <p:sldId id="281" r:id="rId9"/>
    <p:sldId id="282" r:id="rId10"/>
    <p:sldId id="283" r:id="rId11"/>
    <p:sldId id="28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outlineViewPr>
    <p:cViewPr>
      <p:scale>
        <a:sx n="33" d="100"/>
        <a:sy n="33" d="100"/>
      </p:scale>
      <p:origin x="0" y="-64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94626"/>
            <a:ext cx="12128739" cy="1775389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5</a:t>
            </a:r>
            <a:r>
              <a:rPr lang="en-US" b="1" baseline="30000" dirty="0" smtClean="0"/>
              <a:t>th</a:t>
            </a:r>
            <a:r>
              <a:rPr lang="en-US" b="1" dirty="0" smtClean="0"/>
              <a:t> </a:t>
            </a:r>
            <a:r>
              <a:rPr lang="en-US" b="1" dirty="0" smtClean="0"/>
              <a:t>class of web designing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9" y="5864295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HTML Forms &amp; inputs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b="1" u="sng" dirty="0" smtClean="0"/>
              <a:t>What we will learn today</a:t>
            </a:r>
            <a:endParaRPr lang="en-US" b="1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07924"/>
            <a:ext cx="658032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class, you will understand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&lt;form&gt; </a:t>
            </a:r>
            <a:r>
              <a:rPr lang="en-US" altLang="en-US" sz="2000" dirty="0"/>
              <a:t>tag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action, method</a:t>
            </a:r>
            <a:r>
              <a:rPr lang="en-US" altLang="en-US" sz="2000" dirty="0"/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Input types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text, email, number, password, date, file</a:t>
            </a:r>
            <a:r>
              <a:rPr lang="en-US" altLang="en-US" sz="2000" dirty="0">
                <a:latin typeface="Arial" panose="020B0604020202020204" pitchFamily="34" charset="0"/>
              </a:rPr>
              <a:t>)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Labels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Checkbox &amp; Radio buttons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Dropdown 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&lt;select&gt;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Submit &amp; Reset buttons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Basic validation attributes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b="1" u="sng" dirty="0"/>
              <a:t>Form Tag </a:t>
            </a:r>
            <a:r>
              <a:rPr lang="en-US" altLang="en-US" i="1" u="sng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&lt;form&gt;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5700" y="1942376"/>
            <a:ext cx="979383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Arial" panose="020B0604020202020204" pitchFamily="34" charset="0"/>
              </a:rPr>
              <a:t>Used to collect user data.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latin typeface="Arial" panose="020B0604020202020204" pitchFamily="34" charset="0"/>
              </a:rPr>
              <a:t>Structure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&lt;form action="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submit.php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 method="post"&gt;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&lt;!-- form inputs will go here --&gt;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&lt;/form&gt;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latin typeface="Arial" panose="020B0604020202020204" pitchFamily="34" charset="0"/>
              </a:rPr>
              <a:t>Attributes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en-US" altLang="en-US" sz="2000" dirty="0">
                <a:latin typeface="Arial" panose="020B0604020202020204" pitchFamily="34" charset="0"/>
              </a:rPr>
              <a:t> → Where the form data is sent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en-US" altLang="en-US" sz="2000" dirty="0">
                <a:latin typeface="Arial" panose="020B0604020202020204" pitchFamily="34" charset="0"/>
              </a:rPr>
              <a:t> → How data is sent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"get" </a:t>
            </a:r>
            <a:r>
              <a:rPr lang="en-US" altLang="en-US" sz="2000" dirty="0"/>
              <a:t>→ visible in URL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"post" </a:t>
            </a:r>
            <a:r>
              <a:rPr lang="en-US" altLang="en-US" sz="2000" dirty="0"/>
              <a:t>→ hidden from URL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Input Types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634664"/>
            <a:ext cx="99849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Text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type="text" placeholder="Enter your name"&gt;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Email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type="email" placeholder="Enter your email"&gt;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Number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type="number" placeholder="Enter your age"&gt;</a:t>
            </a:r>
            <a:r>
              <a:rPr lang="en-US" altLang="en-US" sz="2000" dirty="0">
                <a:latin typeface="Arial Unicode MS" panose="020B0604020202020204" pitchFamily="34" charset="-128"/>
              </a:rPr>
              <a:t> </a:t>
            </a:r>
            <a:endParaRPr lang="en-US" altLang="en-US" sz="2000" b="1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Password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type="password" placeholder="Enter password"&gt;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Date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type="date"&gt;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File </a:t>
            </a:r>
            <a:r>
              <a:rPr lang="en-US" altLang="en-US" sz="2000" b="1" dirty="0">
                <a:latin typeface="Arial" panose="020B0604020202020204" pitchFamily="34" charset="0"/>
              </a:rPr>
              <a:t>Input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type="file"&gt; </a:t>
            </a:r>
          </a:p>
        </p:txBody>
      </p:sp>
    </p:spTree>
    <p:extLst>
      <p:ext uri="{BB962C8B-B14F-4D97-AF65-F5344CB8AC3E}">
        <p14:creationId xmlns:p14="http://schemas.microsoft.com/office/powerpoint/2010/main" val="901001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Labels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646656" y="1130063"/>
            <a:ext cx="99849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 smtClean="0">
                <a:latin typeface="Arial" panose="020B0604020202020204" pitchFamily="34" charset="0"/>
              </a:rPr>
              <a:t>Links </a:t>
            </a:r>
            <a:r>
              <a:rPr lang="en-US" altLang="en-US" sz="2000" dirty="0">
                <a:latin typeface="Arial" panose="020B0604020202020204" pitchFamily="34" charset="0"/>
              </a:rPr>
              <a:t>text with an input for better usability.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&lt;label for="username"&gt;Name:&lt;/label&gt; </a:t>
            </a:r>
            <a:endParaRPr lang="en-US" altLang="en-US" sz="2000" i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type="text" id="username"&gt;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34834" y="2160909"/>
            <a:ext cx="8825659" cy="10711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 eaLnBrk="0" fontAlgn="base" hangingPunct="0">
              <a:spcAft>
                <a:spcPct val="0"/>
              </a:spcAft>
            </a:pPr>
            <a:r>
              <a:rPr lang="en-US" altLang="en-US" b="1" u="sng" dirty="0" err="1"/>
              <a:t>Textarea</a:t>
            </a:r>
            <a:r>
              <a:rPr lang="en-US" altLang="en-US" b="1" u="sng" dirty="0"/>
              <a:t> 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617910" y="3161626"/>
            <a:ext cx="9984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Used for long text input.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rows="4" cols="30" placeholder="Write your message here"&gt;&lt;/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131963" y="4133473"/>
            <a:ext cx="8825659" cy="10711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Checkbox</a:t>
            </a:r>
            <a:r>
              <a:rPr lang="en-US" altLang="en-US" b="1" dirty="0"/>
              <a:t> </a:t>
            </a:r>
            <a:endParaRPr lang="en-US" altLang="en-US" b="1" dirty="0"/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1615039" y="5091057"/>
            <a:ext cx="9984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Arial" panose="020B0604020202020204" pitchFamily="34" charset="0"/>
              </a:rPr>
              <a:t>Used for multiple selections.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type="checkbox" id="html"&gt; &lt;label for="html"&gt;HTML&lt;/label&gt;</a:t>
            </a:r>
          </a:p>
        </p:txBody>
      </p:sp>
    </p:spTree>
    <p:extLst>
      <p:ext uri="{BB962C8B-B14F-4D97-AF65-F5344CB8AC3E}">
        <p14:creationId xmlns:p14="http://schemas.microsoft.com/office/powerpoint/2010/main" val="3040797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/>
      <p:bldP spid="6" grpId="0" build="p"/>
      <p:bldP spid="7" grpId="0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Radio Buttons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3019658"/>
            <a:ext cx="99849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Used </a:t>
            </a:r>
            <a:r>
              <a:rPr lang="en-US" altLang="en-US" sz="2000" dirty="0">
                <a:latin typeface="Arial" panose="020B0604020202020204" pitchFamily="34" charset="0"/>
              </a:rPr>
              <a:t>for single selection.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type="radio" name="gender" value="male"&gt; 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type="radio" name="gender" value="female"&gt; Female</a:t>
            </a:r>
          </a:p>
        </p:txBody>
      </p:sp>
    </p:spTree>
    <p:extLst>
      <p:ext uri="{BB962C8B-B14F-4D97-AF65-F5344CB8AC3E}">
        <p14:creationId xmlns:p14="http://schemas.microsoft.com/office/powerpoint/2010/main" val="35051069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b="1" u="sng" dirty="0"/>
              <a:t>Select Dropdown</a:t>
            </a:r>
            <a:endParaRPr lang="en-US" altLang="en-US" b="1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557994"/>
            <a:ext cx="99849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&lt;select&gt;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&lt;option&gt;Select your city&lt;/option&gt;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&lt;option&gt;Peshawar&lt;/option&gt;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&lt;option&gt;Lahore&lt;/option&gt;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&lt;option&gt;Karachi&lt;/option&gt;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val="22829352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b="1" u="sng" dirty="0"/>
              <a:t>Submit &amp; Reset Buttons</a:t>
            </a:r>
            <a:endParaRPr lang="en-US" altLang="en-US" b="1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3173547"/>
            <a:ext cx="9984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type="submit" value="Submit Form"&gt;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type="reset" value="Reset Form"&gt;</a:t>
            </a:r>
          </a:p>
        </p:txBody>
      </p:sp>
    </p:spTree>
    <p:extLst>
      <p:ext uri="{BB962C8B-B14F-4D97-AF65-F5344CB8AC3E}">
        <p14:creationId xmlns:p14="http://schemas.microsoft.com/office/powerpoint/2010/main" val="38373442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Basic </a:t>
            </a:r>
            <a:r>
              <a:rPr lang="en-US" altLang="en-US" b="1" u="sng" dirty="0"/>
              <a:t>Validation Attributes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557993"/>
            <a:ext cx="99849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Arial" panose="020B0604020202020204" pitchFamily="34" charset="0"/>
              </a:rPr>
              <a:t>required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type="text" required&gt; </a:t>
            </a:r>
            <a:endParaRPr lang="en-US" altLang="en-US" sz="2000" i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min / max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type="number" min="1" max="10"&gt;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 err="1">
                <a:latin typeface="Arial" panose="020B0604020202020204" pitchFamily="34" charset="0"/>
              </a:rPr>
              <a:t>maxlength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type="text"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maxlength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="20"&gt;</a:t>
            </a:r>
          </a:p>
        </p:txBody>
      </p:sp>
    </p:spTree>
    <p:extLst>
      <p:ext uri="{BB962C8B-B14F-4D97-AF65-F5344CB8AC3E}">
        <p14:creationId xmlns:p14="http://schemas.microsoft.com/office/powerpoint/2010/main" val="42080292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02" y="162464"/>
            <a:ext cx="3674853" cy="1071113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sz="2800" b="1" u="sng" dirty="0"/>
              <a:t>Complete Practical Form Example</a:t>
            </a:r>
            <a:endParaRPr lang="en-US" altLang="en-US" sz="2800" b="1" u="sng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64"/>
            <a:ext cx="4141936" cy="65994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526" y="162464"/>
            <a:ext cx="3958268" cy="65994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85" y="3290259"/>
            <a:ext cx="3414056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293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b="1" u="sng" dirty="0"/>
              <a:t>Summary of today Class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204050"/>
            <a:ext cx="998490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Today we covered: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Form tag (action + method)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Input types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Labels &amp; </a:t>
            </a:r>
            <a:r>
              <a:rPr lang="en-US" altLang="en-US" dirty="0" err="1">
                <a:latin typeface="Arial" panose="020B0604020202020204" pitchFamily="34" charset="0"/>
              </a:rPr>
              <a:t>textarea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Checkbox and radio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Dropdown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Submit and reset buttons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Basic validation attributes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Next </a:t>
            </a:r>
            <a:r>
              <a:rPr lang="en-US" altLang="en-US" sz="2000" dirty="0">
                <a:latin typeface="Arial" panose="020B0604020202020204" pitchFamily="34" charset="0"/>
              </a:rPr>
              <a:t>Class →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We will learn CSS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9861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892</TotalTime>
  <Words>485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 Unicode MS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What we will learn today</vt:lpstr>
      <vt:lpstr>Form Tag &lt;form&gt; </vt:lpstr>
      <vt:lpstr>Input Types</vt:lpstr>
      <vt:lpstr>Labels </vt:lpstr>
      <vt:lpstr>Radio Buttons</vt:lpstr>
      <vt:lpstr>Select Dropdown</vt:lpstr>
      <vt:lpstr>Submit &amp; Reset Buttons</vt:lpstr>
      <vt:lpstr>Basic Validation Attributes</vt:lpstr>
      <vt:lpstr>Complete Practical Form Example</vt:lpstr>
      <vt:lpstr>Summary of today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28</cp:revision>
  <dcterms:created xsi:type="dcterms:W3CDTF">2025-11-16T03:57:59Z</dcterms:created>
  <dcterms:modified xsi:type="dcterms:W3CDTF">2025-11-30T03:35:40Z</dcterms:modified>
</cp:coreProperties>
</file>