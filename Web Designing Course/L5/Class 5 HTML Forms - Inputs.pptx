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1" r:id="rId3"/>
    <p:sldId id="258" r:id="rId4"/>
    <p:sldId id="259" r:id="rId5"/>
    <p:sldId id="272" r:id="rId6"/>
    <p:sldId id="280" r:id="rId7"/>
    <p:sldId id="275" r:id="rId8"/>
    <p:sldId id="281" r:id="rId9"/>
    <p:sldId id="282" r:id="rId10"/>
    <p:sldId id="283" r:id="rId11"/>
    <p:sldId id="284" r:id="rId12"/>
    <p:sldId id="27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 autoAdjust="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outlineViewPr>
    <p:cViewPr>
      <p:scale>
        <a:sx n="33" d="100"/>
        <a:sy n="33" d="100"/>
      </p:scale>
      <p:origin x="0" y="-6413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699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294626"/>
            <a:ext cx="12128739" cy="1775389"/>
          </a:xfrm>
        </p:spPr>
        <p:txBody>
          <a:bodyPr/>
          <a:lstStyle/>
          <a:p>
            <a:pPr algn="ctr"/>
            <a:r>
              <a:rPr lang="ur-PK" sz="9600" dirty="0"/>
              <a:t>بِسْمِ ٱللَّهِ ٱلرَّحْمَٰنِ ٱلرَّحِيمِ</a:t>
            </a:r>
            <a:endParaRPr lang="en-US" sz="9600" b="1" dirty="0"/>
          </a:p>
        </p:txBody>
      </p:sp>
    </p:spTree>
    <p:extLst>
      <p:ext uri="{BB962C8B-B14F-4D97-AF65-F5344CB8AC3E}">
        <p14:creationId xmlns:p14="http://schemas.microsoft.com/office/powerpoint/2010/main" val="3092456740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b="1" dirty="0"/>
              <a:t>Course: Web Designing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36805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Institute: Corvit Systems Peshawar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1160709" y="5145438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/>
              <a:t>Duration: 3-Month Web Designing &amp; Development Course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1166465" y="5530746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/>
              <a:t>5</a:t>
            </a:r>
            <a:r>
              <a:rPr lang="en-US" b="1" baseline="30000" dirty="0" smtClean="0"/>
              <a:t>th</a:t>
            </a:r>
            <a:r>
              <a:rPr lang="en-US" b="1" dirty="0" smtClean="0"/>
              <a:t> class of web designing</a:t>
            </a:r>
            <a:endParaRPr lang="en-US" b="1" dirty="0"/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1154969" y="5864295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 smtClean="0"/>
              <a:t>HTML Forms &amp; inputs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1794818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  <p:bldP spid="5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10705"/>
            <a:ext cx="8825659" cy="1036608"/>
          </a:xfrm>
        </p:spPr>
        <p:txBody>
          <a:bodyPr/>
          <a:lstStyle/>
          <a:p>
            <a:r>
              <a:rPr lang="en-US" b="1" u="sng" dirty="0" smtClean="0"/>
              <a:t>What we will learn today</a:t>
            </a:r>
            <a:endParaRPr lang="en-US" b="1" u="sng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1907924"/>
            <a:ext cx="6580328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the end of this class, you will understand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&lt;form&gt; </a:t>
            </a:r>
            <a:r>
              <a:rPr lang="en-US" altLang="en-US" sz="2000" dirty="0"/>
              <a:t>tag (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action, method</a:t>
            </a:r>
            <a:r>
              <a:rPr lang="en-US" altLang="en-US" sz="2000" dirty="0"/>
              <a:t>)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>
                <a:latin typeface="Arial" panose="020B0604020202020204" pitchFamily="34" charset="0"/>
              </a:rPr>
              <a:t>Input types (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text, email, number, password, date, file</a:t>
            </a:r>
            <a:r>
              <a:rPr lang="en-US" altLang="en-US" sz="2000" dirty="0">
                <a:latin typeface="Arial" panose="020B0604020202020204" pitchFamily="34" charset="0"/>
              </a:rPr>
              <a:t>)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>
                <a:latin typeface="Arial" panose="020B0604020202020204" pitchFamily="34" charset="0"/>
              </a:rPr>
              <a:t>Labels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en-US" altLang="en-US" sz="2000" i="1" dirty="0" err="1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textarea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>
                <a:latin typeface="Arial" panose="020B0604020202020204" pitchFamily="34" charset="0"/>
              </a:rPr>
              <a:t>Checkbox &amp; Radio buttons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>
                <a:latin typeface="Arial" panose="020B0604020202020204" pitchFamily="34" charset="0"/>
              </a:rPr>
              <a:t>Dropdown list 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&lt;select&gt;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>
                <a:latin typeface="Arial" panose="020B0604020202020204" pitchFamily="34" charset="0"/>
              </a:rPr>
              <a:t>Submit &amp; Reset buttons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>
                <a:latin typeface="Arial" panose="020B0604020202020204" pitchFamily="34" charset="0"/>
              </a:rPr>
              <a:t>Basic validation attributes</a:t>
            </a:r>
          </a:p>
        </p:txBody>
      </p:sp>
    </p:spTree>
    <p:extLst>
      <p:ext uri="{BB962C8B-B14F-4D97-AF65-F5344CB8AC3E}">
        <p14:creationId xmlns:p14="http://schemas.microsoft.com/office/powerpoint/2010/main" val="312613299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1071113"/>
          </a:xfrm>
        </p:spPr>
        <p:txBody>
          <a:bodyPr/>
          <a:lstStyle/>
          <a:p>
            <a:pPr fontAlgn="base">
              <a:spcAft>
                <a:spcPct val="0"/>
              </a:spcAft>
            </a:pPr>
            <a:r>
              <a:rPr lang="en-US" altLang="en-US" b="1" u="sng" dirty="0"/>
              <a:t>Form Tag </a:t>
            </a:r>
            <a:r>
              <a:rPr lang="en-US" altLang="en-US" i="1" u="sng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&lt;form&gt; 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5700" y="1942376"/>
            <a:ext cx="9559797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latin typeface="Arial" panose="020B0604020202020204" pitchFamily="34" charset="0"/>
              </a:rPr>
              <a:t>Used to collect user data.</a:t>
            </a:r>
            <a:endParaRPr lang="en-US" altLang="en-US" sz="2000" b="1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b="1" dirty="0">
                <a:latin typeface="Arial" panose="020B0604020202020204" pitchFamily="34" charset="0"/>
              </a:rPr>
              <a:t>Structure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&lt;form action="</a:t>
            </a:r>
            <a:r>
              <a:rPr lang="en-US" altLang="en-US" sz="2000" i="1" dirty="0" smtClean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submit.js" 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method="post"&gt; </a:t>
            </a:r>
            <a:r>
              <a:rPr lang="en-US" altLang="en-US" sz="2000" i="1" dirty="0">
                <a:latin typeface="Calibri" panose="020F0502020204030204" pitchFamily="34" charset="0"/>
                <a:cs typeface="Calibri" panose="020F0502020204030204" pitchFamily="34" charset="0"/>
              </a:rPr>
              <a:t>&lt;!-- form inputs will go here --&gt; 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&lt;/form&gt;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b="1" dirty="0">
                <a:latin typeface="Arial" panose="020B0604020202020204" pitchFamily="34" charset="0"/>
              </a:rPr>
              <a:t>Attributes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action</a:t>
            </a:r>
            <a:r>
              <a:rPr lang="en-US" altLang="en-US" sz="2000" dirty="0">
                <a:latin typeface="Arial" panose="020B0604020202020204" pitchFamily="34" charset="0"/>
              </a:rPr>
              <a:t> → Where the form data is sent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en-US" altLang="en-US" sz="2000" dirty="0">
                <a:latin typeface="Arial" panose="020B0604020202020204" pitchFamily="34" charset="0"/>
              </a:rPr>
              <a:t> → How data is sent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"get" </a:t>
            </a:r>
            <a:r>
              <a:rPr lang="en-US" altLang="en-US" sz="2000" dirty="0"/>
              <a:t>→ visible in URL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"post" </a:t>
            </a:r>
            <a:r>
              <a:rPr lang="en-US" altLang="en-US" sz="2000" dirty="0"/>
              <a:t>→ hidden from URL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040802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1071113"/>
          </a:xfrm>
        </p:spPr>
        <p:txBody>
          <a:bodyPr/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lang="en-US" altLang="en-US" b="1" u="sng" dirty="0"/>
              <a:t>Input Types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5" y="1634664"/>
            <a:ext cx="99849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altLang="en-US" sz="2000" b="1" dirty="0" smtClean="0">
                <a:latin typeface="Arial" panose="020B0604020202020204" pitchFamily="34" charset="0"/>
              </a:rPr>
              <a:t>Text </a:t>
            </a:r>
            <a:r>
              <a:rPr lang="en-US" altLang="en-US" sz="2000" b="1" dirty="0">
                <a:latin typeface="Arial" panose="020B0604020202020204" pitchFamily="34" charset="0"/>
              </a:rPr>
              <a:t>Input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 smtClean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type="text" placeholder="Enter your name"&gt; 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altLang="en-US" sz="2000" b="1" dirty="0" smtClean="0">
                <a:latin typeface="Arial" panose="020B0604020202020204" pitchFamily="34" charset="0"/>
              </a:rPr>
              <a:t>Email </a:t>
            </a:r>
            <a:r>
              <a:rPr lang="en-US" altLang="en-US" sz="2000" b="1" dirty="0">
                <a:latin typeface="Arial" panose="020B0604020202020204" pitchFamily="34" charset="0"/>
              </a:rPr>
              <a:t>Input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type="email" placeholder="Enter your email"&gt; 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altLang="en-US" sz="2000" b="1" dirty="0" smtClean="0">
                <a:latin typeface="Arial" panose="020B0604020202020204" pitchFamily="34" charset="0"/>
              </a:rPr>
              <a:t>Number </a:t>
            </a:r>
            <a:r>
              <a:rPr lang="en-US" altLang="en-US" sz="2000" b="1" dirty="0">
                <a:latin typeface="Arial" panose="020B0604020202020204" pitchFamily="34" charset="0"/>
              </a:rPr>
              <a:t>Input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type="number" placeholder="Enter your age"&gt;</a:t>
            </a:r>
            <a:r>
              <a:rPr lang="en-US" altLang="en-US" sz="2000" dirty="0">
                <a:latin typeface="Arial Unicode MS" panose="020B0604020202020204" pitchFamily="34" charset="-128"/>
              </a:rPr>
              <a:t> </a:t>
            </a:r>
            <a:endParaRPr lang="en-US" altLang="en-US" sz="2000" b="1" dirty="0"/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altLang="en-US" sz="2000" b="1" dirty="0" smtClean="0">
                <a:latin typeface="Arial" panose="020B0604020202020204" pitchFamily="34" charset="0"/>
              </a:rPr>
              <a:t>Password </a:t>
            </a:r>
            <a:r>
              <a:rPr lang="en-US" altLang="en-US" sz="2000" b="1" dirty="0">
                <a:latin typeface="Arial" panose="020B0604020202020204" pitchFamily="34" charset="0"/>
              </a:rPr>
              <a:t>Input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type="password" placeholder="Enter password"&gt; 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altLang="en-US" sz="2000" b="1" dirty="0" smtClean="0">
                <a:latin typeface="Arial" panose="020B0604020202020204" pitchFamily="34" charset="0"/>
              </a:rPr>
              <a:t>Date </a:t>
            </a:r>
            <a:r>
              <a:rPr lang="en-US" altLang="en-US" sz="2000" b="1" dirty="0">
                <a:latin typeface="Arial" panose="020B0604020202020204" pitchFamily="34" charset="0"/>
              </a:rPr>
              <a:t>Input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type="date"&gt; 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altLang="en-US" sz="2000" b="1" dirty="0" smtClean="0">
                <a:latin typeface="Arial" panose="020B0604020202020204" pitchFamily="34" charset="0"/>
              </a:rPr>
              <a:t>File </a:t>
            </a:r>
            <a:r>
              <a:rPr lang="en-US" altLang="en-US" sz="2000" b="1" dirty="0">
                <a:latin typeface="Arial" panose="020B0604020202020204" pitchFamily="34" charset="0"/>
              </a:rPr>
              <a:t>Input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type="file"&gt; </a:t>
            </a:r>
          </a:p>
        </p:txBody>
      </p:sp>
    </p:spTree>
    <p:extLst>
      <p:ext uri="{BB962C8B-B14F-4D97-AF65-F5344CB8AC3E}">
        <p14:creationId xmlns:p14="http://schemas.microsoft.com/office/powerpoint/2010/main" val="9010015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1071113"/>
          </a:xfrm>
        </p:spPr>
        <p:txBody>
          <a:bodyPr/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lang="en-US" altLang="en-US" b="1" u="sng" dirty="0"/>
              <a:t>Labels 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646656" y="1130063"/>
            <a:ext cx="998490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 smtClean="0">
                <a:latin typeface="Arial" panose="020B0604020202020204" pitchFamily="34" charset="0"/>
              </a:rPr>
              <a:t>Links </a:t>
            </a:r>
            <a:r>
              <a:rPr lang="en-US" altLang="en-US" sz="2000" dirty="0">
                <a:latin typeface="Arial" panose="020B0604020202020204" pitchFamily="34" charset="0"/>
              </a:rPr>
              <a:t>text with an input for better usability.</a:t>
            </a:r>
            <a:endParaRPr lang="en-US" altLang="en-US" sz="2000" dirty="0">
              <a:latin typeface="Arial Unicode MS" panose="020B0604020202020204" pitchFamily="34" charset="-128"/>
            </a:endParaRP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&lt;label for="username"&gt;Name:&lt;/label&gt; 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type="text" id="username"&gt;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1134834" y="2160909"/>
            <a:ext cx="8825659" cy="10711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defTabSz="914400" eaLnBrk="0" fontAlgn="base" hangingPunct="0">
              <a:spcAft>
                <a:spcPct val="0"/>
              </a:spcAft>
            </a:pPr>
            <a:r>
              <a:rPr lang="en-US" altLang="en-US" b="1" u="sng" dirty="0" err="1"/>
              <a:t>Textarea</a:t>
            </a:r>
            <a:r>
              <a:rPr lang="en-US" altLang="en-US" b="1" u="sng" dirty="0"/>
              <a:t> </a:t>
            </a:r>
          </a:p>
        </p:txBody>
      </p:sp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617910" y="3161626"/>
            <a:ext cx="99849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914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371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8288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2860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743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200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657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>
                <a:latin typeface="Arial" panose="020B0604020202020204" pitchFamily="34" charset="0"/>
              </a:rPr>
              <a:t>Used for long text input.</a:t>
            </a:r>
            <a:endParaRPr lang="en-US" altLang="en-US" sz="2000" dirty="0">
              <a:latin typeface="Arial Unicode MS" panose="020B0604020202020204" pitchFamily="34" charset="-128"/>
            </a:endParaRP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en-US" altLang="en-US" sz="2000" i="1" dirty="0" err="1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textarea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rows="4" cols="30" placeholder="Write your message here"&gt;&lt;/</a:t>
            </a:r>
            <a:r>
              <a:rPr lang="en-US" altLang="en-US" sz="2000" i="1" dirty="0" err="1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textarea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1131963" y="4133473"/>
            <a:ext cx="8825659" cy="10711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defTabSz="914400" eaLnBrk="0" fontAlgn="base" hangingPunct="0">
              <a:spcAft>
                <a:spcPct val="0"/>
              </a:spcAft>
            </a:pPr>
            <a:r>
              <a:rPr lang="en-US" altLang="en-US" b="1" u="sng" dirty="0"/>
              <a:t>Checkbox</a:t>
            </a:r>
            <a:r>
              <a:rPr lang="en-US" altLang="en-US" b="1" dirty="0"/>
              <a:t> </a:t>
            </a:r>
          </a:p>
        </p:txBody>
      </p:sp>
      <p:sp>
        <p:nvSpPr>
          <p:cNvPr id="8" name="Rectangle 1"/>
          <p:cNvSpPr txBox="1">
            <a:spLocks noChangeArrowheads="1"/>
          </p:cNvSpPr>
          <p:nvPr/>
        </p:nvSpPr>
        <p:spPr bwMode="auto">
          <a:xfrm>
            <a:off x="1615039" y="5091057"/>
            <a:ext cx="99849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914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371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8288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2860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743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200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657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dirty="0">
                <a:latin typeface="Arial" panose="020B0604020202020204" pitchFamily="34" charset="0"/>
              </a:rPr>
              <a:t>Used for multiple selections.</a:t>
            </a:r>
            <a:endParaRPr lang="en-US" altLang="en-US" sz="2000" dirty="0">
              <a:latin typeface="Arial Unicode MS" panose="020B0604020202020204" pitchFamily="34" charset="-128"/>
            </a:endParaRP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type="checkbox" id="html"&gt; &lt;label for="html"&gt;HTML&lt;/label&gt;</a:t>
            </a:r>
          </a:p>
        </p:txBody>
      </p:sp>
    </p:spTree>
    <p:extLst>
      <p:ext uri="{BB962C8B-B14F-4D97-AF65-F5344CB8AC3E}">
        <p14:creationId xmlns:p14="http://schemas.microsoft.com/office/powerpoint/2010/main" val="304079725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  <p:bldP spid="5" grpId="0"/>
      <p:bldP spid="6" grpId="0" build="p"/>
      <p:bldP spid="7" grpId="0"/>
      <p:bldP spid="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1071113"/>
          </a:xfrm>
        </p:spPr>
        <p:txBody>
          <a:bodyPr/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lang="en-US" altLang="en-US" b="1" u="sng" dirty="0"/>
              <a:t>Radio Buttons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5" y="3019658"/>
            <a:ext cx="998490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en-US" altLang="en-US" sz="2000" dirty="0" smtClean="0">
                <a:latin typeface="Arial" panose="020B0604020202020204" pitchFamily="34" charset="0"/>
              </a:rPr>
              <a:t>Used </a:t>
            </a:r>
            <a:r>
              <a:rPr lang="en-US" altLang="en-US" sz="2000" dirty="0">
                <a:latin typeface="Arial" panose="020B0604020202020204" pitchFamily="34" charset="0"/>
              </a:rPr>
              <a:t>for single selection.</a:t>
            </a:r>
            <a:endParaRPr lang="en-US" altLang="en-US" sz="2000" dirty="0">
              <a:latin typeface="Arial Unicode MS" panose="020B0604020202020204" pitchFamily="34" charset="-128"/>
            </a:endParaRP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type="radio" name="gender" value="male"&gt; </a:t>
            </a:r>
            <a:r>
              <a:rPr lang="en-US" altLang="en-US" sz="2000" i="1" dirty="0" smtClean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Male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en-US" altLang="en-US" sz="2000" i="1" dirty="0" smtClean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input type="radio" name="gender" value="female"&gt; Female</a:t>
            </a:r>
          </a:p>
        </p:txBody>
      </p:sp>
    </p:spTree>
    <p:extLst>
      <p:ext uri="{BB962C8B-B14F-4D97-AF65-F5344CB8AC3E}">
        <p14:creationId xmlns:p14="http://schemas.microsoft.com/office/powerpoint/2010/main" val="350510691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1071113"/>
          </a:xfrm>
        </p:spPr>
        <p:txBody>
          <a:bodyPr/>
          <a:lstStyle/>
          <a:p>
            <a:pPr defTabSz="914400" eaLnBrk="0" fontAlgn="base" hangingPunct="0">
              <a:spcAft>
                <a:spcPct val="0"/>
              </a:spcAft>
            </a:pPr>
            <a:r>
              <a:rPr lang="en-US" b="1" u="sng" dirty="0"/>
              <a:t>Select Dropdown</a:t>
            </a:r>
            <a:endParaRPr lang="en-US" altLang="en-US" b="1" u="sng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5" y="2557994"/>
            <a:ext cx="99849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&lt;select&gt;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&lt;option&gt;Select your city&lt;/option&gt;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&lt;option&gt;Peshawar&lt;/option&gt;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&lt;option&gt;Lahore&lt;/option&gt;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&lt;option&gt;Karachi&lt;/option&gt;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&lt;/select&gt;</a:t>
            </a:r>
          </a:p>
        </p:txBody>
      </p:sp>
    </p:spTree>
    <p:extLst>
      <p:ext uri="{BB962C8B-B14F-4D97-AF65-F5344CB8AC3E}">
        <p14:creationId xmlns:p14="http://schemas.microsoft.com/office/powerpoint/2010/main" val="228293521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1071113"/>
          </a:xfrm>
        </p:spPr>
        <p:txBody>
          <a:bodyPr/>
          <a:lstStyle/>
          <a:p>
            <a:pPr defTabSz="914400" eaLnBrk="0" fontAlgn="base" hangingPunct="0">
              <a:spcAft>
                <a:spcPct val="0"/>
              </a:spcAft>
            </a:pPr>
            <a:r>
              <a:rPr lang="en-US" b="1" u="sng" dirty="0"/>
              <a:t>Submit &amp; Reset Buttons</a:t>
            </a:r>
            <a:endParaRPr lang="en-US" altLang="en-US" b="1" u="sng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5" y="3173547"/>
            <a:ext cx="99849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type="submit" value="Submit Form"&gt;</a:t>
            </a:r>
          </a:p>
          <a:p>
            <a:pPr marL="34290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type="reset" value="Reset Form"&gt;</a:t>
            </a:r>
          </a:p>
        </p:txBody>
      </p:sp>
    </p:spTree>
    <p:extLst>
      <p:ext uri="{BB962C8B-B14F-4D97-AF65-F5344CB8AC3E}">
        <p14:creationId xmlns:p14="http://schemas.microsoft.com/office/powerpoint/2010/main" val="383734429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1071113"/>
          </a:xfrm>
        </p:spPr>
        <p:txBody>
          <a:bodyPr/>
          <a:lstStyle/>
          <a:p>
            <a:pPr defTabSz="914400" eaLnBrk="0" fontAlgn="base" hangingPunct="0">
              <a:spcAft>
                <a:spcPct val="0"/>
              </a:spcAft>
            </a:pPr>
            <a:r>
              <a:rPr lang="en-US" altLang="en-US" b="1" u="sng" dirty="0"/>
              <a:t>Basic Validation Attributes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5" y="2557993"/>
            <a:ext cx="99849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en-US" altLang="en-US" sz="2000" b="1" dirty="0" smtClean="0">
                <a:latin typeface="Arial" panose="020B0604020202020204" pitchFamily="34" charset="0"/>
              </a:rPr>
              <a:t>required</a:t>
            </a:r>
            <a:endParaRPr lang="en-US" altLang="en-US" sz="2000" b="1" dirty="0">
              <a:latin typeface="Arial" panose="020B0604020202020204" pitchFamily="34" charset="0"/>
            </a:endParaRP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type="text" required&gt; 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en-US" altLang="en-US" sz="2000" b="1" dirty="0">
                <a:latin typeface="Arial" panose="020B0604020202020204" pitchFamily="34" charset="0"/>
              </a:rPr>
              <a:t>min / max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type="number" min="1" max="10"&gt; 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en-US" altLang="en-US" sz="2000" b="1" dirty="0" err="1">
                <a:latin typeface="Arial" panose="020B0604020202020204" pitchFamily="34" charset="0"/>
              </a:rPr>
              <a:t>maxlength</a:t>
            </a:r>
            <a:endParaRPr lang="en-US" altLang="en-US" sz="2000" b="1" dirty="0">
              <a:latin typeface="Arial" panose="020B0604020202020204" pitchFamily="34" charset="0"/>
            </a:endParaRP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&lt;input type="text" </a:t>
            </a:r>
            <a:r>
              <a:rPr lang="en-US" altLang="en-US" sz="2000" i="1" dirty="0" err="1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maxlength</a:t>
            </a:r>
            <a:r>
              <a:rPr lang="en-US" altLang="en-US" sz="2000" i="1" dirty="0">
                <a:solidFill>
                  <a:srgbClr val="FFFF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="20"&gt;</a:t>
            </a:r>
          </a:p>
        </p:txBody>
      </p:sp>
    </p:spTree>
    <p:extLst>
      <p:ext uri="{BB962C8B-B14F-4D97-AF65-F5344CB8AC3E}">
        <p14:creationId xmlns:p14="http://schemas.microsoft.com/office/powerpoint/2010/main" val="420802925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902" y="162464"/>
            <a:ext cx="3674853" cy="1071113"/>
          </a:xfrm>
        </p:spPr>
        <p:txBody>
          <a:bodyPr/>
          <a:lstStyle/>
          <a:p>
            <a:pPr defTabSz="914400" eaLnBrk="0" fontAlgn="base" hangingPunct="0">
              <a:spcAft>
                <a:spcPct val="0"/>
              </a:spcAft>
            </a:pPr>
            <a:r>
              <a:rPr lang="en-US" sz="2800" b="1" u="sng" dirty="0"/>
              <a:t>Complete Practical Form Example</a:t>
            </a:r>
            <a:endParaRPr lang="en-US" altLang="en-US" sz="2800" b="1" u="sng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64"/>
            <a:ext cx="4141936" cy="659943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3526" y="162464"/>
            <a:ext cx="3958268" cy="659943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385" y="3290259"/>
            <a:ext cx="3414056" cy="1623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22935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1071113"/>
          </a:xfrm>
        </p:spPr>
        <p:txBody>
          <a:bodyPr/>
          <a:lstStyle/>
          <a:p>
            <a:pPr defTabSz="914400" eaLnBrk="0" fontAlgn="base" hangingPunct="0">
              <a:spcAft>
                <a:spcPct val="0"/>
              </a:spcAft>
            </a:pPr>
            <a:r>
              <a:rPr lang="en-US" altLang="en-US" b="1" u="sng" dirty="0"/>
              <a:t>Summary of today Class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5" y="2204050"/>
            <a:ext cx="9984900" cy="26468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en-US" altLang="en-US" sz="2000" dirty="0">
                <a:latin typeface="Arial" panose="020B0604020202020204" pitchFamily="34" charset="0"/>
              </a:rPr>
              <a:t>Today we covered: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Form tag (action + method)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Input types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Labels &amp; </a:t>
            </a:r>
            <a:r>
              <a:rPr lang="en-US" altLang="en-US" dirty="0" err="1">
                <a:latin typeface="Arial" panose="020B0604020202020204" pitchFamily="34" charset="0"/>
              </a:rPr>
              <a:t>textarea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Checkbox and radio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Dropdown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Submit and reset buttons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Basic validation attributes</a:t>
            </a:r>
          </a:p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en-US" altLang="en-US" sz="2000" dirty="0" smtClean="0">
                <a:latin typeface="Arial" panose="020B0604020202020204" pitchFamily="34" charset="0"/>
              </a:rPr>
              <a:t>Next </a:t>
            </a:r>
            <a:r>
              <a:rPr lang="en-US" altLang="en-US" sz="2000" dirty="0">
                <a:latin typeface="Arial" panose="020B0604020202020204" pitchFamily="34" charset="0"/>
              </a:rPr>
              <a:t>Class → </a:t>
            </a:r>
            <a:r>
              <a:rPr lang="en-US" altLang="en-US" sz="2000" b="1" dirty="0" smtClean="0">
                <a:latin typeface="Arial" panose="020B0604020202020204" pitchFamily="34" charset="0"/>
              </a:rPr>
              <a:t>We will learn CSS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598616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951</TotalTime>
  <Words>485</Words>
  <Application>Microsoft Office PowerPoint</Application>
  <PresentationFormat>Widescreen</PresentationFormat>
  <Paragraphs>81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 Unicode MS</vt:lpstr>
      <vt:lpstr>Arial</vt:lpstr>
      <vt:lpstr>Calibri</vt:lpstr>
      <vt:lpstr>Century Gothic</vt:lpstr>
      <vt:lpstr>Courier New</vt:lpstr>
      <vt:lpstr>Times New Roman</vt:lpstr>
      <vt:lpstr>Wingdings</vt:lpstr>
      <vt:lpstr>Wingdings 3</vt:lpstr>
      <vt:lpstr>Ion</vt:lpstr>
      <vt:lpstr>بِسْمِ ٱللَّهِ ٱلرَّحْمَٰنِ ٱلرَّحِيمِ</vt:lpstr>
      <vt:lpstr>Course: Web Designing</vt:lpstr>
      <vt:lpstr>What we will learn today</vt:lpstr>
      <vt:lpstr>Form Tag &lt;form&gt; </vt:lpstr>
      <vt:lpstr>Input Types</vt:lpstr>
      <vt:lpstr>Labels </vt:lpstr>
      <vt:lpstr>Radio Buttons</vt:lpstr>
      <vt:lpstr>Select Dropdown</vt:lpstr>
      <vt:lpstr>Submit &amp; Reset Buttons</vt:lpstr>
      <vt:lpstr>Basic Validation Attributes</vt:lpstr>
      <vt:lpstr>Complete Practical Form Example</vt:lpstr>
      <vt:lpstr>Summary of today Class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Course: Web Designing</dc:title>
  <dc:creator>Muhammad Sahil</dc:creator>
  <cp:lastModifiedBy>Muhammad Sahil</cp:lastModifiedBy>
  <cp:revision>30</cp:revision>
  <dcterms:created xsi:type="dcterms:W3CDTF">2025-11-16T03:57:59Z</dcterms:created>
  <dcterms:modified xsi:type="dcterms:W3CDTF">2026-01-21T11:10:06Z</dcterms:modified>
</cp:coreProperties>
</file>