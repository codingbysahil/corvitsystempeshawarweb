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7" r:id="rId7"/>
    <p:sldId id="268" r:id="rId8"/>
    <p:sldId id="269" r:id="rId9"/>
    <p:sldId id="260" r:id="rId10"/>
    <p:sldId id="261" r:id="rId11"/>
    <p:sldId id="262" r:id="rId12"/>
    <p:sldId id="264" r:id="rId13"/>
    <p:sldId id="263" r:id="rId14"/>
    <p:sldId id="265" r:id="rId15"/>
    <p:sldId id="270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1</a:t>
            </a:r>
            <a:r>
              <a:rPr lang="en-US" b="1" baseline="30000" dirty="0" smtClean="0"/>
              <a:t>st</a:t>
            </a:r>
            <a:r>
              <a:rPr lang="en-US" b="1" dirty="0" smtClean="0"/>
              <a:t>  </a:t>
            </a:r>
            <a:r>
              <a:rPr lang="en-US" b="1" dirty="0" smtClean="0"/>
              <a:t>class of web designing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981200"/>
          </a:xfrm>
        </p:spPr>
        <p:txBody>
          <a:bodyPr/>
          <a:lstStyle/>
          <a:p>
            <a:r>
              <a:rPr lang="en-US" dirty="0"/>
              <a:t>What is Web Designing?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593435"/>
            <a:ext cx="102363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Designing is the process of creating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layout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websites.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UI/UX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colors, typography &amp; responsiveness.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 (Structure)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CSS (Styling)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Basic JavaScript (Interactivity)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981200"/>
          </a:xfrm>
        </p:spPr>
        <p:txBody>
          <a:bodyPr/>
          <a:lstStyle/>
          <a:p>
            <a:r>
              <a:rPr lang="en-US" dirty="0"/>
              <a:t>What is Web </a:t>
            </a: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819325"/>
            <a:ext cx="78446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</a:t>
            </a:r>
            <a:r>
              <a:rPr lang="en-US" altLang="en-US" sz="2400" dirty="0">
                <a:latin typeface="Arial" panose="020B0604020202020204" pitchFamily="34" charset="0"/>
              </a:rPr>
              <a:t>Development is the </a:t>
            </a:r>
            <a:r>
              <a:rPr lang="en-US" altLang="en-US" sz="2400" b="1" dirty="0">
                <a:latin typeface="Arial" panose="020B0604020202020204" pitchFamily="34" charset="0"/>
              </a:rPr>
              <a:t>functional side</a:t>
            </a:r>
            <a:r>
              <a:rPr lang="en-US" altLang="en-US" sz="2400" dirty="0">
                <a:latin typeface="Arial" panose="020B0604020202020204" pitchFamily="34" charset="0"/>
              </a:rPr>
              <a:t> of websites.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Focuses on making websites </a:t>
            </a:r>
            <a:r>
              <a:rPr lang="en-US" altLang="en-US" sz="2400" b="1" dirty="0">
                <a:latin typeface="Arial" panose="020B0604020202020204" pitchFamily="34" charset="0"/>
              </a:rPr>
              <a:t>work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Includes</a:t>
            </a:r>
            <a:r>
              <a:rPr lang="en-US" altLang="en-US" sz="2400" dirty="0" smtClean="0"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 (Structure)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CSS (Styling)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Basic JavaScript (Interactivity)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Designing = How it looks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Development = How it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25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0174"/>
            <a:ext cx="5275704" cy="5037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704" y="1820174"/>
            <a:ext cx="6943510" cy="50378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3140" y="715992"/>
            <a:ext cx="8039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HTML, CSS, JavaScript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482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150"/>
            <a:ext cx="121920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6490" y="301925"/>
            <a:ext cx="7866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CSS how unbeautiful website looks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8613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dirty="0"/>
              <a:t>How Websites Work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028182"/>
            <a:ext cx="10171529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Websites run through: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Client (Browser)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Server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Internet / Network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Steps: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2400" dirty="0" smtClean="0"/>
              <a:t> User </a:t>
            </a:r>
            <a:r>
              <a:rPr lang="en-US" sz="2400" dirty="0"/>
              <a:t>types a website URL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2400" dirty="0" smtClean="0"/>
              <a:t> Browser </a:t>
            </a:r>
            <a:r>
              <a:rPr lang="en-US" sz="2400" dirty="0"/>
              <a:t>sends </a:t>
            </a:r>
            <a:r>
              <a:rPr lang="en-US" sz="2400" b="1" dirty="0"/>
              <a:t>HTTP request</a:t>
            </a:r>
            <a:r>
              <a:rPr lang="en-US" sz="2400" dirty="0"/>
              <a:t> to server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2400" dirty="0" smtClean="0"/>
              <a:t> Server </a:t>
            </a:r>
            <a:r>
              <a:rPr lang="en-US" sz="2400" dirty="0"/>
              <a:t>processes request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2400" dirty="0" smtClean="0"/>
              <a:t> Server </a:t>
            </a:r>
            <a:r>
              <a:rPr lang="en-US" sz="2400" dirty="0"/>
              <a:t>sends back </a:t>
            </a:r>
            <a:r>
              <a:rPr lang="en-US" sz="2400" b="1" dirty="0"/>
              <a:t>HTML, CSS, JS</a:t>
            </a:r>
            <a:endParaRPr lang="en-US" sz="2400" dirty="0"/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2400" dirty="0" smtClean="0"/>
              <a:t> Browser </a:t>
            </a:r>
            <a:r>
              <a:rPr lang="en-US" sz="2400" dirty="0"/>
              <a:t>displays the webpage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2056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dirty="0"/>
              <a:t>What is HTML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74595"/>
            <a:ext cx="1017152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HTML = </a:t>
            </a:r>
            <a:r>
              <a:rPr lang="en-US" altLang="en-US" sz="2400" b="1" dirty="0">
                <a:latin typeface="Arial" panose="020B0604020202020204" pitchFamily="34" charset="0"/>
              </a:rPr>
              <a:t>HyperText Markup Language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It is the </a:t>
            </a:r>
            <a:r>
              <a:rPr lang="en-US" altLang="en-US" sz="2400" b="1" dirty="0">
                <a:latin typeface="Arial" panose="020B0604020202020204" pitchFamily="34" charset="0"/>
              </a:rPr>
              <a:t>skeleton/structure</a:t>
            </a:r>
            <a:r>
              <a:rPr lang="en-US" altLang="en-US" sz="2400" dirty="0">
                <a:latin typeface="Arial" panose="020B0604020202020204" pitchFamily="34" charset="0"/>
              </a:rPr>
              <a:t> of every website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Defines: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Headings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Paragraphs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Images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Links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Sections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Without HTML → No website structure</a:t>
            </a:r>
          </a:p>
        </p:txBody>
      </p:sp>
    </p:spTree>
    <p:extLst>
      <p:ext uri="{BB962C8B-B14F-4D97-AF65-F5344CB8AC3E}">
        <p14:creationId xmlns:p14="http://schemas.microsoft.com/office/powerpoint/2010/main" val="15603413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dirty="0"/>
              <a:t>Why Do We Use HTML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713259"/>
            <a:ext cx="101715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To create webpage structure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Browsers understand HTML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Every website starts with HTML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Necessary for SEO &amp; accessibility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Works with CSS &amp; JavaScript</a:t>
            </a:r>
          </a:p>
        </p:txBody>
      </p:sp>
    </p:spTree>
    <p:extLst>
      <p:ext uri="{BB962C8B-B14F-4D97-AF65-F5344CB8AC3E}">
        <p14:creationId xmlns:p14="http://schemas.microsoft.com/office/powerpoint/2010/main" val="31516152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993" y="206547"/>
            <a:ext cx="7032561" cy="681974"/>
          </a:xfrm>
        </p:spPr>
        <p:txBody>
          <a:bodyPr/>
          <a:lstStyle/>
          <a:p>
            <a:r>
              <a:rPr lang="en-US" dirty="0"/>
              <a:t>HTML Document Structure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23965" y="5197589"/>
            <a:ext cx="892598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&lt;!DOCTYPE html&gt;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Defines HTML5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&lt;html&gt;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Root element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&lt;head&gt;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Page info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&lt;body&gt;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Visible content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57" y="1216325"/>
            <a:ext cx="9455537" cy="370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455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dirty="0"/>
              <a:t>Creating Your First Webpage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343928"/>
            <a:ext cx="101715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Steps: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Open </a:t>
            </a:r>
            <a:r>
              <a:rPr lang="en-US" altLang="en-US" sz="2400" b="1" dirty="0" smtClean="0">
                <a:latin typeface="Arial" panose="020B0604020202020204" pitchFamily="34" charset="0"/>
              </a:rPr>
              <a:t>a folder/repository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Create a new file → </a:t>
            </a:r>
            <a:r>
              <a:rPr lang="en-US" altLang="en-US" sz="2400" dirty="0">
                <a:latin typeface="Arial Unicode MS" panose="020B0604020202020204" pitchFamily="34" charset="-128"/>
              </a:rPr>
              <a:t>index.html</a:t>
            </a:r>
            <a:endParaRPr lang="en-US" altLang="en-US" sz="2400" dirty="0"/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Type </a:t>
            </a:r>
            <a:r>
              <a:rPr lang="en-US" altLang="en-US" sz="2400" b="1" dirty="0">
                <a:latin typeface="Arial" panose="020B0604020202020204" pitchFamily="34" charset="0"/>
              </a:rPr>
              <a:t>basic HTML structure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Add </a:t>
            </a:r>
            <a:r>
              <a:rPr lang="en-US" altLang="en-US" sz="2400" dirty="0">
                <a:latin typeface="Arial Unicode MS" panose="020B0604020202020204" pitchFamily="34" charset="-128"/>
              </a:rPr>
              <a:t>&lt;h1&gt;</a:t>
            </a:r>
            <a:r>
              <a:rPr lang="en-US" altLang="en-US" sz="2400" dirty="0"/>
              <a:t> heading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Save &amp; open in browser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2856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dirty="0"/>
              <a:t>HTML Headings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167890"/>
            <a:ext cx="101715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rial" panose="020B0604020202020204" pitchFamily="34" charset="0"/>
              </a:rPr>
              <a:t>HTML provides 6 levels of headings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Unicode MS" panose="020B0604020202020204" pitchFamily="34" charset="-128"/>
              </a:rPr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h1</a:t>
            </a:r>
            <a:r>
              <a:rPr lang="en-US" altLang="en-US" sz="2400" dirty="0">
                <a:latin typeface="Arial Unicode MS" panose="020B0604020202020204" pitchFamily="34" charset="-128"/>
              </a:rPr>
              <a:t>&gt;</a:t>
            </a:r>
            <a:r>
              <a:rPr lang="en-US" altLang="en-US" sz="2400" dirty="0"/>
              <a:t> → Main </a:t>
            </a:r>
            <a:r>
              <a:rPr lang="en-US" altLang="en-US" sz="2400" dirty="0" smtClean="0"/>
              <a:t>title 			</a:t>
            </a:r>
            <a:r>
              <a:rPr lang="en-US" altLang="en-US" sz="2400" b="1" dirty="0" smtClean="0"/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h1</a:t>
            </a:r>
            <a:r>
              <a:rPr lang="en-US" altLang="en-US" sz="2400" b="1" dirty="0" smtClean="0"/>
              <a:t>&gt; </a:t>
            </a:r>
            <a:r>
              <a:rPr lang="en-US" altLang="en-US" sz="2000" dirty="0" smtClean="0"/>
              <a:t>Heading one </a:t>
            </a:r>
            <a:r>
              <a:rPr lang="en-US" altLang="en-US" sz="2400" b="1" dirty="0" smtClean="0"/>
              <a:t>&lt;/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h1</a:t>
            </a:r>
            <a:r>
              <a:rPr lang="en-US" altLang="en-US" sz="2400" b="1" dirty="0" smtClean="0"/>
              <a:t>&gt;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Unicode MS" panose="020B0604020202020204" pitchFamily="34" charset="-128"/>
              </a:rPr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h2</a:t>
            </a:r>
            <a:r>
              <a:rPr lang="en-US" altLang="en-US" sz="2400" dirty="0">
                <a:latin typeface="Arial Unicode MS" panose="020B0604020202020204" pitchFamily="34" charset="-128"/>
              </a:rPr>
              <a:t>&gt;</a:t>
            </a:r>
            <a:r>
              <a:rPr lang="en-US" altLang="en-US" sz="2400" dirty="0"/>
              <a:t> → Section </a:t>
            </a:r>
            <a:r>
              <a:rPr lang="en-US" altLang="en-US" sz="2400" dirty="0" smtClean="0"/>
              <a:t>title</a:t>
            </a:r>
            <a:r>
              <a:rPr lang="en-US" altLang="en-US" sz="2400" dirty="0"/>
              <a:t>		</a:t>
            </a:r>
            <a:r>
              <a:rPr lang="en-US" altLang="en-US" sz="2400" b="1" dirty="0" smtClean="0"/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h2</a:t>
            </a:r>
            <a:r>
              <a:rPr lang="en-US" altLang="en-US" sz="2400" b="1" dirty="0" smtClean="0"/>
              <a:t>&gt; </a:t>
            </a:r>
            <a:r>
              <a:rPr lang="en-US" altLang="en-US" sz="2000" dirty="0" smtClean="0"/>
              <a:t>Heading two </a:t>
            </a:r>
            <a:r>
              <a:rPr lang="en-US" altLang="en-US" sz="2400" b="1" dirty="0" smtClean="0"/>
              <a:t>&lt;/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h2</a:t>
            </a:r>
            <a:r>
              <a:rPr lang="en-US" altLang="en-US" sz="2400" b="1" dirty="0" smtClean="0"/>
              <a:t>&gt;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Unicode MS" panose="020B0604020202020204" pitchFamily="34" charset="-128"/>
              </a:rPr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h3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&gt;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→ </a:t>
            </a:r>
            <a:r>
              <a:rPr lang="en-US" altLang="en-US" sz="2400" dirty="0" smtClean="0"/>
              <a:t>Sub-headings</a:t>
            </a:r>
            <a:r>
              <a:rPr lang="en-US" altLang="en-US" sz="2400" dirty="0"/>
              <a:t>		</a:t>
            </a:r>
            <a:r>
              <a:rPr lang="en-US" altLang="en-US" sz="2400" b="1" dirty="0" smtClean="0"/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h3</a:t>
            </a:r>
            <a:r>
              <a:rPr lang="en-US" altLang="en-US" sz="2400" b="1" dirty="0" smtClean="0"/>
              <a:t>&gt; </a:t>
            </a:r>
            <a:r>
              <a:rPr lang="en-US" altLang="en-US" sz="2000" dirty="0" smtClean="0"/>
              <a:t>Heading three </a:t>
            </a:r>
            <a:r>
              <a:rPr lang="en-US" altLang="en-US" sz="2400" b="1" dirty="0" smtClean="0"/>
              <a:t>&lt;/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h3</a:t>
            </a:r>
            <a:r>
              <a:rPr lang="en-US" altLang="en-US" sz="2400" b="1" dirty="0" smtClean="0"/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Unicode MS" panose="020B0604020202020204" pitchFamily="34" charset="-128"/>
              </a:rPr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h4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&gt;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→ </a:t>
            </a:r>
            <a:r>
              <a:rPr lang="en-US" altLang="en-US" sz="2400" dirty="0" smtClean="0"/>
              <a:t>Sub-headings</a:t>
            </a:r>
            <a:r>
              <a:rPr lang="en-US" altLang="en-US" sz="2400" dirty="0"/>
              <a:t>		</a:t>
            </a:r>
            <a:r>
              <a:rPr lang="en-US" altLang="en-US" sz="2400" b="1" dirty="0" smtClean="0"/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h4</a:t>
            </a:r>
            <a:r>
              <a:rPr lang="en-US" altLang="en-US" sz="2400" b="1" dirty="0" smtClean="0"/>
              <a:t>&gt; </a:t>
            </a:r>
            <a:r>
              <a:rPr lang="en-US" altLang="en-US" sz="2000" dirty="0" smtClean="0"/>
              <a:t>Heading four </a:t>
            </a:r>
            <a:r>
              <a:rPr lang="en-US" altLang="en-US" sz="2400" b="1" dirty="0" smtClean="0"/>
              <a:t>&lt;/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h4</a:t>
            </a:r>
            <a:r>
              <a:rPr lang="en-US" altLang="en-US" sz="2400" b="1" dirty="0" smtClean="0"/>
              <a:t>&gt;</a:t>
            </a:r>
            <a:endParaRPr lang="en-US" altLang="en-US" sz="2400" b="1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Unicode MS" panose="020B0604020202020204" pitchFamily="34" charset="-128"/>
              </a:rPr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h5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&gt;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→ </a:t>
            </a:r>
            <a:r>
              <a:rPr lang="en-US" altLang="en-US" sz="2400" dirty="0" smtClean="0"/>
              <a:t>Sub-headings</a:t>
            </a:r>
            <a:r>
              <a:rPr lang="en-US" altLang="en-US" sz="2400" dirty="0"/>
              <a:t>		</a:t>
            </a:r>
            <a:r>
              <a:rPr lang="en-US" altLang="en-US" sz="2400" b="1" dirty="0" smtClean="0"/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h5</a:t>
            </a:r>
            <a:r>
              <a:rPr lang="en-US" altLang="en-US" sz="2400" b="1" dirty="0" smtClean="0"/>
              <a:t>&gt;</a:t>
            </a:r>
            <a:r>
              <a:rPr lang="en-US" altLang="en-US" sz="2000" dirty="0" smtClean="0"/>
              <a:t>Heading five </a:t>
            </a:r>
            <a:r>
              <a:rPr lang="en-US" altLang="en-US" sz="2400" b="1" dirty="0" smtClean="0"/>
              <a:t>&lt;/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h5</a:t>
            </a:r>
            <a:r>
              <a:rPr lang="en-US" altLang="en-US" sz="2400" b="1" dirty="0" smtClean="0"/>
              <a:t>&gt;</a:t>
            </a:r>
            <a:endParaRPr lang="en-US" altLang="en-US" sz="2400" b="1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Unicode MS" panose="020B0604020202020204" pitchFamily="34" charset="-128"/>
              </a:rPr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h6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&gt;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→ </a:t>
            </a:r>
            <a:r>
              <a:rPr lang="en-US" altLang="en-US" sz="2400" dirty="0" smtClean="0"/>
              <a:t>Sub-headings</a:t>
            </a:r>
            <a:r>
              <a:rPr lang="en-US" altLang="en-US" sz="2400" dirty="0"/>
              <a:t>		</a:t>
            </a:r>
            <a:r>
              <a:rPr lang="en-US" altLang="en-US" sz="2400" b="1" dirty="0" smtClean="0"/>
              <a:t>&lt;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H6</a:t>
            </a:r>
            <a:r>
              <a:rPr lang="en-US" altLang="en-US" sz="2400" b="1" dirty="0" smtClean="0"/>
              <a:t>&gt;</a:t>
            </a:r>
            <a:r>
              <a:rPr lang="en-US" altLang="en-US" sz="2000" dirty="0" smtClean="0"/>
              <a:t>Heading six </a:t>
            </a:r>
            <a:r>
              <a:rPr lang="en-US" altLang="en-US" sz="2400" b="1" dirty="0" smtClean="0"/>
              <a:t>&lt;/</a:t>
            </a: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h6</a:t>
            </a:r>
            <a:r>
              <a:rPr lang="en-US" altLang="en-US" sz="2400" b="1" dirty="0" smtClean="0"/>
              <a:t>&gt;</a:t>
            </a:r>
            <a:endParaRPr lang="en-US" altLang="en-US" sz="2400" b="1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6080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439"/>
            <a:ext cx="12192000" cy="57505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5040" y="274320"/>
            <a:ext cx="7355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 smtClean="0"/>
              <a:t>Assigment</a:t>
            </a:r>
            <a:r>
              <a:rPr lang="en-US" sz="4000" b="1" dirty="0" smtClean="0"/>
              <a:t> for next class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445848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719049"/>
            <a:ext cx="10171529" cy="394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Today you </a:t>
            </a:r>
            <a:r>
              <a:rPr lang="en-US" sz="2400" b="1" dirty="0" smtClean="0"/>
              <a:t>learned </a:t>
            </a:r>
            <a:endParaRPr lang="en-US" sz="2400" b="1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400" dirty="0"/>
              <a:t>Web Designing vs Web Development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400" dirty="0"/>
              <a:t>How websites work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400" dirty="0"/>
              <a:t>What HTML is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400" dirty="0"/>
              <a:t>HTML structure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400" dirty="0"/>
              <a:t>How to create your first webpage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400" dirty="0"/>
              <a:t>HTML Headings</a:t>
            </a:r>
          </a:p>
          <a:p>
            <a:r>
              <a:rPr lang="en-US" sz="2400" dirty="0"/>
              <a:t>Next Class → </a:t>
            </a:r>
            <a:r>
              <a:rPr lang="en-US" sz="2400" b="1" dirty="0"/>
              <a:t>HTML Basic Tags &amp; Formatting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666</TotalTime>
  <Words>491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Unicode MS</vt:lpstr>
      <vt:lpstr>Arial</vt:lpstr>
      <vt:lpstr>Century Gothic</vt:lpstr>
      <vt:lpstr>Courier New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What is Web Designing?</vt:lpstr>
      <vt:lpstr>What is Web Development</vt:lpstr>
      <vt:lpstr>PowerPoint Presentation</vt:lpstr>
      <vt:lpstr>PowerPoint Presentation</vt:lpstr>
      <vt:lpstr>PowerPoint Presentation</vt:lpstr>
      <vt:lpstr>How Websites Work</vt:lpstr>
      <vt:lpstr>What is HTML</vt:lpstr>
      <vt:lpstr>Why Do We Use HTML</vt:lpstr>
      <vt:lpstr>HTML Document Structure</vt:lpstr>
      <vt:lpstr>Creating Your First Webpage</vt:lpstr>
      <vt:lpstr>HTML Headings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12</cp:revision>
  <dcterms:created xsi:type="dcterms:W3CDTF">2025-11-16T03:57:59Z</dcterms:created>
  <dcterms:modified xsi:type="dcterms:W3CDTF">2025-11-22T10:34:59Z</dcterms:modified>
</cp:coreProperties>
</file>