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Designing &amp; Web Development</a:t>
            </a:r>
          </a:p>
          <a:p>
            <a:r>
              <a:t>Demo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Instructor: Muhammad Sahil</a:t>
            </a:r>
          </a:p>
          <a:p>
            <a:pPr lvl="1"/>
            <a:r>
              <a:t>Institute: Corvit Systems Peshawar</a:t>
            </a:r>
          </a:p>
          <a:p>
            <a:pPr lvl="1"/>
            <a:r>
              <a:t>Course Duration: 3 Months</a:t>
            </a:r>
          </a:p>
          <a:p>
            <a:pPr lvl="1"/>
            <a:r>
              <a:t>Demo Class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Designing?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 of creating the visual layout of websites</a:t>
            </a:r>
          </a:p>
          <a:p>
            <a:pPr lvl="1"/>
            <a:r>
              <a:t>Focus: UI/UX, colors, typography, layout, responsiveness</a:t>
            </a:r>
          </a:p>
          <a:p>
            <a:pPr lvl="1"/>
            <a:r>
              <a:t>Tools: HTML (Structure), CSS (Styling), JS (Interactivity)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behind websites</a:t>
            </a:r>
          </a:p>
          <a:p>
            <a:pPr lvl="1"/>
            <a:r>
              <a:t>Focus: Logic, functionality, databases, servers</a:t>
            </a:r>
          </a:p>
          <a:p>
            <a:pPr lvl="1"/>
            <a:r>
              <a:t>Frontend + Backend = Complete Development</a:t>
            </a:r>
          </a:p>
          <a:p>
            <a:pPr lvl="1"/>
            <a:r>
              <a:t>Makes websites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Web? (Future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Everything is online: business, education, banking, shopping</a:t>
            </a:r>
          </a:p>
          <a:p>
            <a:pPr lvl="1"/>
            <a:r>
              <a:t>High demand for skilled developers</a:t>
            </a:r>
          </a:p>
          <a:p>
            <a:pPr lvl="1"/>
            <a:r>
              <a:t>Unlimited job opportunities</a:t>
            </a:r>
          </a:p>
          <a:p>
            <a:pPr lvl="1"/>
            <a:r>
              <a:t>Freelancing &amp; remote earning</a:t>
            </a:r>
          </a:p>
          <a:p>
            <a:pPr lvl="1"/>
            <a:r>
              <a:t>Chance to build your own agency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Gardens of Life Success 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Earn from home</a:t>
            </a:r>
          </a:p>
          <a:p>
            <a:pPr lvl="1"/>
            <a:r>
              <a:t>Work for global companies from Pakistan</a:t>
            </a:r>
          </a:p>
          <a:p>
            <a:pPr lvl="1"/>
            <a:r>
              <a:t>Earn in dollars via freelancing</a:t>
            </a:r>
          </a:p>
          <a:p>
            <a:pPr lvl="1"/>
            <a:r>
              <a:t>Start your own digital business</a:t>
            </a:r>
          </a:p>
          <a:p>
            <a:pPr lvl="1"/>
            <a:r>
              <a:t>Become a respected skilled professional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 – Month 1 (Web Designing)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– Structure</a:t>
            </a:r>
          </a:p>
          <a:p>
            <a:pPr lvl="1"/>
            <a:r>
              <a:t>CSS – Styling</a:t>
            </a:r>
          </a:p>
          <a:p>
            <a:pPr lvl="1"/>
            <a:r>
              <a:t>Basic JavaScript – Interactivity</a:t>
            </a:r>
          </a:p>
          <a:p>
            <a:pPr lvl="1"/>
            <a:r>
              <a:t>Responsive layouts</a:t>
            </a:r>
          </a:p>
          <a:p>
            <a:pPr lvl="1"/>
            <a:r>
              <a:t>Professional website 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 – Month 2 &amp; 3 (Web Development)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JavaScript</a:t>
            </a:r>
          </a:p>
          <a:p>
            <a:pPr lvl="1"/>
            <a:r>
              <a:t>DOM &amp; Events</a:t>
            </a:r>
          </a:p>
          <a:p>
            <a:pPr lvl="1"/>
            <a:r>
              <a:t>APIs</a:t>
            </a:r>
          </a:p>
          <a:p>
            <a:pPr lvl="1"/>
            <a:r>
              <a:t>Real Projects</a:t>
            </a:r>
          </a:p>
          <a:p>
            <a:pPr lvl="1"/>
            <a:r>
              <a:t>Hosting &amp; Deployment</a:t>
            </a:r>
          </a:p>
          <a:p>
            <a:pPr lvl="1"/>
            <a:r>
              <a:t>Introduction to frameworks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Expect from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 all classes</a:t>
            </a:r>
          </a:p>
          <a:p>
            <a:pPr lvl="1"/>
            <a:r>
              <a:t>Practice daily</a:t>
            </a:r>
          </a:p>
          <a:p>
            <a:pPr lvl="1"/>
            <a:r>
              <a:t>Ask questions</a:t>
            </a:r>
          </a:p>
          <a:p>
            <a:pPr lvl="1"/>
            <a:r>
              <a:t>Don’t fear mistakes</a:t>
            </a:r>
          </a:p>
          <a:p>
            <a:pPr lvl="1"/>
            <a:r>
              <a:t>Stay consistent</a:t>
            </a:r>
          </a:p>
          <a:p>
            <a:pPr lvl="1"/>
            <a:r>
              <a:t>Keep trying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developer started as a beginner</a:t>
            </a:r>
          </a:p>
          <a:p>
            <a:pPr lvl="1"/>
            <a:r>
              <a:t>90 days of consistency = lifetime skill</a:t>
            </a:r>
          </a:p>
          <a:p>
            <a:pPr lvl="1"/>
            <a:r>
              <a:t>Your future depends on the effort you put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is your beginning</a:t>
            </a:r>
          </a:p>
          <a:p>
            <a:pPr lvl="1"/>
            <a:r>
              <a:t>This course can change your life</a:t>
            </a:r>
          </a:p>
          <a:p>
            <a:pPr lvl="1"/>
            <a:r>
              <a:t>Together, we will move toward the green garden of success 🌿</a:t>
            </a:r>
          </a:p>
          <a:p>
            <a:pPr lvl="1"/>
            <a:r>
              <a:t>Stay committed, work hard, and succeed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