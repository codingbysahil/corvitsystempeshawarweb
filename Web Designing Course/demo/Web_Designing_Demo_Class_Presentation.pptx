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67" r:id="rId2"/>
    <p:sldId id="268" r:id="rId3"/>
    <p:sldId id="269" r:id="rId4"/>
    <p:sldId id="270" r:id="rId5"/>
    <p:sldId id="257" r:id="rId6"/>
    <p:sldId id="258" r:id="rId7"/>
    <p:sldId id="259" r:id="rId8"/>
    <p:sldId id="260" r:id="rId9"/>
    <p:sldId id="261" r:id="rId10"/>
    <p:sldId id="271" r:id="rId11"/>
    <p:sldId id="262" r:id="rId12"/>
    <p:sldId id="263" r:id="rId13"/>
    <p:sldId id="264" r:id="rId14"/>
    <p:sldId id="265" r:id="rId15"/>
    <p:sldId id="266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73" autoAdjust="0"/>
  </p:normalViewPr>
  <p:slideViewPr>
    <p:cSldViewPr snapToGrid="0" snapToObjects="1">
      <p:cViewPr varScale="1">
        <p:scale>
          <a:sx n="84" d="100"/>
          <a:sy n="84" d="100"/>
        </p:scale>
        <p:origin x="1426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70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144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182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091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6445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687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355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730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2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065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408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2959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480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0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147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5890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173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3703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1" y="1312164"/>
            <a:ext cx="9096554" cy="2497186"/>
          </a:xfrm>
        </p:spPr>
        <p:txBody>
          <a:bodyPr>
            <a:normAutofit/>
          </a:bodyPr>
          <a:lstStyle/>
          <a:p>
            <a:pPr algn="ctr"/>
            <a:r>
              <a:rPr lang="ur-PK" sz="8800" dirty="0"/>
              <a:t>بِسْمِ ٱللَّهِ ٱلرَّحْمَٰنِ ٱلرَّحِيمِ</a:t>
            </a:r>
            <a:endParaRPr lang="en-US" sz="8800" b="1" dirty="0"/>
          </a:p>
        </p:txBody>
      </p:sp>
    </p:spTree>
    <p:extLst>
      <p:ext uri="{BB962C8B-B14F-4D97-AF65-F5344CB8AC3E}">
        <p14:creationId xmlns:p14="http://schemas.microsoft.com/office/powerpoint/2010/main" val="223658347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890017"/>
            <a:ext cx="6620968" cy="3329581"/>
          </a:xfrm>
        </p:spPr>
        <p:txBody>
          <a:bodyPr/>
          <a:lstStyle/>
          <a:p>
            <a:r>
              <a:rPr lang="en-US" sz="4500" b="1" dirty="0"/>
              <a:t>Course: Web </a:t>
            </a:r>
            <a:r>
              <a:rPr lang="en-US" sz="4500" b="1" dirty="0" smtClean="0"/>
              <a:t>Designing &amp; Development</a:t>
            </a:r>
            <a:endParaRPr lang="en-US" sz="4500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4440285"/>
            <a:ext cx="6619244" cy="27604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Institute: Corvit Systems Peshawar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870532" y="4716328"/>
            <a:ext cx="6619244" cy="3527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500" b="1" dirty="0">
                <a:solidFill>
                  <a:schemeClr val="tx1">
                    <a:lumMod val="95000"/>
                  </a:schemeClr>
                </a:solidFill>
              </a:rPr>
              <a:t>Duration: </a:t>
            </a:r>
            <a:r>
              <a:rPr lang="en-US" sz="1500" b="1" dirty="0" smtClean="0">
                <a:solidFill>
                  <a:schemeClr val="tx1">
                    <a:lumMod val="95000"/>
                  </a:schemeClr>
                </a:solidFill>
              </a:rPr>
              <a:t>3-Month</a:t>
            </a:r>
            <a:endParaRPr lang="en-US" sz="1500" b="1"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874849" y="5005309"/>
            <a:ext cx="6619244" cy="352769"/>
          </a:xfrm>
          <a:prstGeom prst="rect">
            <a:avLst/>
          </a:prstGeom>
        </p:spPr>
        <p:txBody>
          <a:bodyPr vert="horz" lIns="68580" tIns="34290" rIns="68580" bIns="3429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500" b="1" dirty="0" smtClean="0">
                <a:solidFill>
                  <a:schemeClr val="tx1"/>
                </a:solidFill>
              </a:rPr>
              <a:t>Demo class of your course</a:t>
            </a:r>
            <a:endParaRPr lang="en-US" sz="15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9803277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584" y="1196789"/>
            <a:ext cx="7053542" cy="57270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Instructor: Muhammad Sahil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27484" y="2403246"/>
            <a:ext cx="7576498" cy="20082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100" dirty="0">
                <a:latin typeface="Arial" panose="020B0604020202020204" pitchFamily="34" charset="0"/>
              </a:rPr>
              <a:t>BS in Computer Science – University of Peshawar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100" dirty="0">
                <a:latin typeface="Arial" panose="020B0604020202020204" pitchFamily="34" charset="0"/>
              </a:rPr>
              <a:t>1 Year MERN Stack Developer – E Digital Pakistan (KPITB)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100" dirty="0">
                <a:latin typeface="Arial" panose="020B0604020202020204" pitchFamily="34" charset="0"/>
              </a:rPr>
              <a:t>1 Year Web Instructor – E Digital Pakistan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100" dirty="0">
                <a:latin typeface="Arial" panose="020B0604020202020204" pitchFamily="34" charset="0"/>
              </a:rPr>
              <a:t>6 Months Web Instructor – University of Peshawar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100" dirty="0">
                <a:latin typeface="Arial" panose="020B0604020202020204" pitchFamily="34" charset="0"/>
              </a:rPr>
              <a:t>Computer Science Teacher – </a:t>
            </a:r>
            <a:r>
              <a:rPr lang="en-US" altLang="en-US" sz="2100" dirty="0" err="1">
                <a:latin typeface="Arial" panose="020B0604020202020204" pitchFamily="34" charset="0"/>
              </a:rPr>
              <a:t>Alflah</a:t>
            </a:r>
            <a:r>
              <a:rPr lang="en-US" altLang="en-US" sz="2100" dirty="0">
                <a:latin typeface="Arial" panose="020B0604020202020204" pitchFamily="34" charset="0"/>
              </a:rPr>
              <a:t> Model College, </a:t>
            </a:r>
            <a:r>
              <a:rPr lang="en-US" altLang="en-US" sz="2100" dirty="0" err="1">
                <a:latin typeface="Arial" panose="020B0604020202020204" pitchFamily="34" charset="0"/>
              </a:rPr>
              <a:t>Sarband</a:t>
            </a:r>
            <a:endParaRPr lang="en-US" altLang="en-US" sz="2100" dirty="0">
              <a:latin typeface="Arial" panose="020B0604020202020204" pitchFamily="34" charset="0"/>
            </a:endParaRP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altLang="en-US" sz="2100" dirty="0">
                <a:latin typeface="Arial" panose="020B0604020202020204" pitchFamily="34" charset="0"/>
              </a:rPr>
              <a:t>Experience with multiple local client projects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482430" y="5251191"/>
            <a:ext cx="7053542" cy="572705"/>
          </a:xfrm>
          <a:prstGeom prst="rect">
            <a:avLst/>
          </a:prstGeom>
        </p:spPr>
        <p:txBody>
          <a:bodyPr vert="horz" lIns="68580" tIns="34290" rIns="68580" bIns="3429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1800" b="1" dirty="0"/>
              <a:t>Full Stack / MERN Stack Web Developer | Web Instructor</a:t>
            </a:r>
          </a:p>
        </p:txBody>
      </p:sp>
    </p:spTree>
    <p:extLst>
      <p:ext uri="{BB962C8B-B14F-4D97-AF65-F5344CB8AC3E}">
        <p14:creationId xmlns:p14="http://schemas.microsoft.com/office/powerpoint/2010/main" val="398850926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584" y="604721"/>
            <a:ext cx="7053542" cy="57270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Answer these question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27484" y="2264748"/>
            <a:ext cx="7895892" cy="2285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rtlCol="0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sz="2400" dirty="0" smtClean="0"/>
              <a:t>How many of you are from computer background.</a:t>
            </a:r>
          </a:p>
          <a:p>
            <a:pPr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sz="2400" dirty="0" smtClean="0"/>
              <a:t>How </a:t>
            </a:r>
            <a:r>
              <a:rPr lang="en-US" sz="2400" dirty="0"/>
              <a:t>many are completely </a:t>
            </a:r>
            <a:r>
              <a:rPr lang="en-US" sz="2400" dirty="0" smtClean="0"/>
              <a:t>new.</a:t>
            </a:r>
          </a:p>
          <a:p>
            <a:pPr defTabSz="6858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</a:pPr>
            <a:r>
              <a:rPr lang="en-US" sz="2400" dirty="0" smtClean="0"/>
              <a:t>Anyone </a:t>
            </a:r>
            <a:r>
              <a:rPr lang="en-US" sz="2400" dirty="0"/>
              <a:t>here who thinks programming is </a:t>
            </a:r>
            <a:r>
              <a:rPr lang="en-US" sz="2400" dirty="0" smtClean="0"/>
              <a:t>difficult.</a:t>
            </a:r>
            <a:endParaRPr lang="en-US" altLang="en-US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191657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is Web Designing?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Art of creating the visual layout of websites</a:t>
            </a:r>
          </a:p>
          <a:p>
            <a:pPr lvl="1"/>
            <a:r>
              <a:rPr dirty="0"/>
              <a:t>Focus: UI/UX, colors, typography, layout, responsiveness</a:t>
            </a:r>
          </a:p>
          <a:p>
            <a:pPr lvl="1"/>
            <a:r>
              <a:rPr dirty="0"/>
              <a:t>Tools: HTML (Structure), CSS (Styling), JS (Interactivity)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dirty="0"/>
              <a:t>What is Web </a:t>
            </a:r>
            <a:r>
              <a:rPr sz="3600" dirty="0" smtClean="0"/>
              <a:t>Development</a:t>
            </a:r>
            <a:r>
              <a:rPr lang="en-US" sz="3600" dirty="0" smtClean="0"/>
              <a:t> !</a:t>
            </a:r>
            <a:endParaRPr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Engineering behind websites</a:t>
            </a:r>
          </a:p>
          <a:p>
            <a:pPr lvl="1"/>
            <a:r>
              <a:rPr dirty="0"/>
              <a:t>Focus: Logic, functionality, databases, servers</a:t>
            </a:r>
          </a:p>
          <a:p>
            <a:pPr lvl="1"/>
            <a:r>
              <a:rPr dirty="0"/>
              <a:t>Frontend + Backend = Complete Development</a:t>
            </a:r>
          </a:p>
          <a:p>
            <a:pPr lvl="1"/>
            <a:r>
              <a:rPr dirty="0"/>
              <a:t>Makes websites 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Why </a:t>
            </a:r>
            <a:r>
              <a:rPr dirty="0" smtClean="0"/>
              <a:t>Learn Web</a:t>
            </a:r>
            <a:r>
              <a:rPr lang="en-US" dirty="0" smtClean="0"/>
              <a:t> !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Everything is online: business, education, banking, shopping</a:t>
            </a:r>
          </a:p>
          <a:p>
            <a:pPr lvl="1"/>
            <a:r>
              <a:rPr dirty="0"/>
              <a:t>High demand for skilled developers</a:t>
            </a:r>
          </a:p>
          <a:p>
            <a:pPr lvl="1"/>
            <a:r>
              <a:rPr dirty="0"/>
              <a:t>Unlimited job opportunities</a:t>
            </a:r>
          </a:p>
          <a:p>
            <a:pPr lvl="1"/>
            <a:r>
              <a:rPr dirty="0"/>
              <a:t>Freelancing &amp; remote earning</a:t>
            </a:r>
          </a:p>
          <a:p>
            <a:pPr lvl="1"/>
            <a:r>
              <a:rPr dirty="0"/>
              <a:t>Chance to build your own agency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Opportunities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sz="2400" dirty="0"/>
              <a:t>Earn from home</a:t>
            </a:r>
          </a:p>
          <a:p>
            <a:pPr lvl="1"/>
            <a:r>
              <a:rPr sz="2400" dirty="0"/>
              <a:t>Work for global companies from Pakistan</a:t>
            </a:r>
          </a:p>
          <a:p>
            <a:pPr lvl="1"/>
            <a:r>
              <a:rPr sz="2400" dirty="0"/>
              <a:t>Earn in dollars via freelancing</a:t>
            </a:r>
          </a:p>
          <a:p>
            <a:pPr lvl="1"/>
            <a:r>
              <a:rPr sz="2400" dirty="0"/>
              <a:t>Start your own digital business</a:t>
            </a:r>
          </a:p>
          <a:p>
            <a:pPr lvl="1"/>
            <a:r>
              <a:rPr sz="2400" dirty="0"/>
              <a:t>Become a respected skilled professional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What You Will Learn – Month 1 (Web Designing)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sz="2400" dirty="0"/>
              <a:t>HTML – Structure</a:t>
            </a:r>
          </a:p>
          <a:p>
            <a:pPr lvl="1"/>
            <a:r>
              <a:rPr sz="2400" dirty="0"/>
              <a:t>CSS – Styling</a:t>
            </a:r>
          </a:p>
          <a:p>
            <a:pPr lvl="1"/>
            <a:r>
              <a:rPr sz="2400" dirty="0"/>
              <a:t>Basic JavaScript – Interactivity</a:t>
            </a:r>
          </a:p>
          <a:p>
            <a:pPr lvl="1"/>
            <a:r>
              <a:rPr sz="2400" dirty="0"/>
              <a:t>Responsive layouts</a:t>
            </a:r>
          </a:p>
          <a:p>
            <a:pPr lvl="1"/>
            <a:r>
              <a:rPr sz="2400" dirty="0"/>
              <a:t>Professional website building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3" y="1124712"/>
            <a:ext cx="6578738" cy="4773168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567006" y="233262"/>
            <a:ext cx="7055380" cy="1400530"/>
          </a:xfrm>
        </p:spPr>
        <p:txBody>
          <a:bodyPr>
            <a:normAutofit/>
          </a:bodyPr>
          <a:lstStyle/>
          <a:p>
            <a:r>
              <a:rPr lang="en-US" dirty="0" smtClean="0"/>
              <a:t>Web Designing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211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What You Will Learn – Month 2 &amp; 3 (Web Development)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sz="2800" dirty="0"/>
              <a:t>Advanced </a:t>
            </a:r>
            <a:r>
              <a:rPr sz="2800" dirty="0" smtClean="0"/>
              <a:t>JavaScript</a:t>
            </a:r>
            <a:endParaRPr lang="en-US" sz="2800" dirty="0" smtClean="0"/>
          </a:p>
          <a:p>
            <a:pPr marL="914400" lvl="1" indent="-514350">
              <a:buFont typeface="Wingdings" panose="05000000000000000000" pitchFamily="2" charset="2"/>
              <a:buChar char="§"/>
            </a:pPr>
            <a:r>
              <a:rPr sz="2400" dirty="0" smtClean="0"/>
              <a:t>DOM </a:t>
            </a:r>
            <a:r>
              <a:rPr sz="2400" dirty="0"/>
              <a:t>&amp; </a:t>
            </a:r>
            <a:r>
              <a:rPr sz="2400" dirty="0" smtClean="0"/>
              <a:t>Events</a:t>
            </a:r>
            <a:r>
              <a:rPr lang="en-US" sz="2400" dirty="0" smtClean="0"/>
              <a:t> ,</a:t>
            </a:r>
            <a:r>
              <a:rPr sz="2400" dirty="0" smtClean="0"/>
              <a:t>APIs</a:t>
            </a:r>
            <a:r>
              <a:rPr lang="en-US" sz="2400" dirty="0" smtClean="0"/>
              <a:t>, </a:t>
            </a:r>
            <a:r>
              <a:rPr sz="2400" dirty="0" smtClean="0"/>
              <a:t>Real Projects</a:t>
            </a:r>
            <a:endParaRPr lang="en-US" sz="2400" dirty="0" smtClean="0"/>
          </a:p>
          <a:p>
            <a:pPr marL="914400" lvl="1" indent="-514350">
              <a:buFont typeface="Wingdings" panose="05000000000000000000" pitchFamily="2" charset="2"/>
              <a:buChar char="§"/>
            </a:pPr>
            <a:r>
              <a:rPr sz="2400" dirty="0" smtClean="0"/>
              <a:t>Hosting </a:t>
            </a:r>
            <a:r>
              <a:rPr sz="2400" dirty="0"/>
              <a:t>&amp; </a:t>
            </a:r>
            <a:r>
              <a:rPr sz="2400" dirty="0" smtClean="0"/>
              <a:t>Deployment</a:t>
            </a:r>
            <a:endParaRPr lang="en-US" sz="2400" dirty="0" smtClean="0"/>
          </a:p>
          <a:p>
            <a:pPr marL="914400" lvl="1" indent="-514350">
              <a:buFont typeface="Wingdings" panose="05000000000000000000" pitchFamily="2" charset="2"/>
              <a:buChar char="§"/>
            </a:pPr>
            <a:r>
              <a:rPr sz="2400" dirty="0" smtClean="0"/>
              <a:t>Introduction </a:t>
            </a:r>
            <a:r>
              <a:rPr sz="2400" dirty="0"/>
              <a:t>to </a:t>
            </a:r>
            <a:r>
              <a:rPr sz="2400" dirty="0" smtClean="0"/>
              <a:t>frameworks</a:t>
            </a:r>
            <a:endParaRPr lang="en-US" sz="24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React with Tailwind </a:t>
            </a:r>
            <a:r>
              <a:rPr lang="en-US" sz="2800" dirty="0" err="1" smtClean="0"/>
              <a:t>css</a:t>
            </a:r>
            <a:endParaRPr lang="en-US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 err="1" smtClean="0"/>
              <a:t>Nodejs</a:t>
            </a:r>
            <a:endParaRPr lang="en-US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Express</a:t>
            </a:r>
            <a:endParaRPr lang="en-US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MongoDB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What I Expect from Students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Wingdings" panose="05000000000000000000" pitchFamily="2" charset="2"/>
              <a:buChar char="Ø"/>
            </a:pPr>
            <a:r>
              <a:rPr sz="2600" dirty="0"/>
              <a:t>Attend all classes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sz="2400" dirty="0"/>
              <a:t>Practice daily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sz="2400" dirty="0"/>
              <a:t>Ask questions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sz="2400" dirty="0"/>
              <a:t>Don’t fear mistakes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sz="2400" dirty="0"/>
              <a:t>Stay consistent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sz="2400" dirty="0"/>
              <a:t>Keep trying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 you know 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Every developer started as a beginner</a:t>
            </a:r>
          </a:p>
          <a:p>
            <a:pPr lvl="1"/>
            <a:r>
              <a:rPr dirty="0"/>
              <a:t>90 days of consistency = lifetime skill</a:t>
            </a:r>
          </a:p>
          <a:p>
            <a:pPr lvl="1"/>
            <a:r>
              <a:rPr dirty="0"/>
              <a:t>Your future depends on the effort you put today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Last</a:t>
            </a:r>
            <a:r>
              <a:rPr dirty="0" smtClean="0"/>
              <a:t> </a:t>
            </a:r>
            <a:r>
              <a:rPr dirty="0"/>
              <a:t>Message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sz="2600" dirty="0"/>
              <a:t>Today is your beginning</a:t>
            </a:r>
          </a:p>
          <a:p>
            <a:pPr lvl="1"/>
            <a:r>
              <a:rPr sz="2400" dirty="0"/>
              <a:t>This course can change your life</a:t>
            </a:r>
          </a:p>
          <a:p>
            <a:pPr lvl="1"/>
            <a:r>
              <a:rPr sz="2400" dirty="0"/>
              <a:t>Together, we will move toward </a:t>
            </a:r>
            <a:r>
              <a:rPr lang="en-US" sz="2400" dirty="0" smtClean="0"/>
              <a:t>professional developer.</a:t>
            </a:r>
            <a:endParaRPr sz="2400" dirty="0"/>
          </a:p>
          <a:p>
            <a:pPr lvl="1"/>
            <a:r>
              <a:rPr sz="2400" dirty="0"/>
              <a:t>Stay committed, work hard, and succeed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981262"/>
            <a:ext cx="9144000" cy="1143000"/>
          </a:xfrm>
        </p:spPr>
        <p:txBody>
          <a:bodyPr/>
          <a:lstStyle/>
          <a:p>
            <a:pPr algn="ctr"/>
            <a:r>
              <a:rPr lang="en-US" sz="6000" b="1" dirty="0" smtClean="0"/>
              <a:t>ANY QUESTION ?</a:t>
            </a:r>
            <a:endParaRPr 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3301800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TM02836342[[fn=Ion]]</Template>
  <TotalTime>37</TotalTime>
  <Words>377</Words>
  <Application>Microsoft Office PowerPoint</Application>
  <PresentationFormat>On-screen Show (4:3)</PresentationFormat>
  <Paragraphs>71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Century Gothic</vt:lpstr>
      <vt:lpstr>Times New Roman</vt:lpstr>
      <vt:lpstr>Wingdings</vt:lpstr>
      <vt:lpstr>Wingdings 3</vt:lpstr>
      <vt:lpstr>Ion</vt:lpstr>
      <vt:lpstr>بِسْمِ ٱللَّهِ ٱلرَّحْمَٰنِ ٱلرَّحِيمِ</vt:lpstr>
      <vt:lpstr>Course: Web Designing &amp; Development</vt:lpstr>
      <vt:lpstr>Instructor: Muhammad Sahil</vt:lpstr>
      <vt:lpstr>Answer these question</vt:lpstr>
      <vt:lpstr>What is Web Designing?</vt:lpstr>
      <vt:lpstr>What is Web Development !</vt:lpstr>
      <vt:lpstr>Why Learn Web !</vt:lpstr>
      <vt:lpstr>Opportunities</vt:lpstr>
      <vt:lpstr>What You Will Learn – Month 1 (Web Designing)</vt:lpstr>
      <vt:lpstr>Web Designing</vt:lpstr>
      <vt:lpstr>What You Will Learn – Month 2 &amp; 3 (Web Development)</vt:lpstr>
      <vt:lpstr>What I Expect from Students</vt:lpstr>
      <vt:lpstr>Do you know ?</vt:lpstr>
      <vt:lpstr>Last Message</vt:lpstr>
      <vt:lpstr>ANY QUESTION 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Designing &amp; Web Development Demo Class</dc:title>
  <dc:subject/>
  <dc:creator/>
  <cp:keywords/>
  <dc:description>generated using python-pptx</dc:description>
  <cp:lastModifiedBy>Muhammad Sahil</cp:lastModifiedBy>
  <cp:revision>6</cp:revision>
  <dcterms:created xsi:type="dcterms:W3CDTF">2013-01-27T09:14:16Z</dcterms:created>
  <dcterms:modified xsi:type="dcterms:W3CDTF">2026-01-08T09:40:04Z</dcterms:modified>
  <cp:category/>
</cp:coreProperties>
</file>