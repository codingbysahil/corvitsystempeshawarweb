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71" r:id="rId3"/>
    <p:sldId id="257" r:id="rId4"/>
    <p:sldId id="258" r:id="rId5"/>
    <p:sldId id="259" r:id="rId6"/>
    <p:sldId id="279" r:id="rId7"/>
    <p:sldId id="280" r:id="rId8"/>
    <p:sldId id="281" r:id="rId9"/>
    <p:sldId id="289" r:id="rId10"/>
    <p:sldId id="270" r:id="rId11"/>
    <p:sldId id="283" r:id="rId12"/>
    <p:sldId id="284" r:id="rId13"/>
    <p:sldId id="266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30" d="100"/>
          <a:sy n="30" d="100"/>
        </p:scale>
        <p:origin x="53" y="6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1/2/2026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1/2/2026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1/2/2026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1/2/2026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1/2/2026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1/2/2026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509A250-FF31-4206-8172-F9D3106AACB1}" type="datetimeFigureOut">
              <a:rPr lang="en-US" dirty="0"/>
              <a:t>1/2/2026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447800"/>
            <a:ext cx="12128739" cy="3329581"/>
          </a:xfrm>
        </p:spPr>
        <p:txBody>
          <a:bodyPr/>
          <a:lstStyle/>
          <a:p>
            <a:pPr algn="ctr"/>
            <a:r>
              <a:rPr lang="ur-PK" sz="9600" dirty="0"/>
              <a:t>بِسْمِ ٱللَّهِ ٱلرَّحْمَٰنِ ٱلرَّحِيمِ</a:t>
            </a:r>
            <a:endParaRPr lang="en-US" sz="9600" b="1" dirty="0"/>
          </a:p>
        </p:txBody>
      </p:sp>
    </p:spTree>
    <p:extLst>
      <p:ext uri="{BB962C8B-B14F-4D97-AF65-F5344CB8AC3E}">
        <p14:creationId xmlns:p14="http://schemas.microsoft.com/office/powerpoint/2010/main" val="3092456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6000" b="1" dirty="0"/>
              <a:t>Course: Web Designing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368058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Institute: Corvit Systems Peshawar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1160709" y="5145438"/>
            <a:ext cx="8825658" cy="4703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b="1" dirty="0"/>
              <a:t>Duration: 3-Month Web Designing &amp; Development Course</a:t>
            </a: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1166465" y="5530746"/>
            <a:ext cx="8825658" cy="4703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b="1" dirty="0" smtClean="0"/>
              <a:t>4</a:t>
            </a:r>
            <a:r>
              <a:rPr lang="en-US" b="1" baseline="30000" dirty="0" smtClean="0"/>
              <a:t>th</a:t>
            </a:r>
            <a:r>
              <a:rPr lang="en-US" b="1" dirty="0" smtClean="0"/>
              <a:t>  class of JS (Java script)</a:t>
            </a:r>
            <a:endParaRPr lang="en-US" b="1" dirty="0"/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1154967" y="5898808"/>
            <a:ext cx="8825658" cy="4703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b="1" dirty="0" smtClean="0"/>
              <a:t>Topic : DOM manipulation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517948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63607"/>
          </a:xfrm>
        </p:spPr>
        <p:txBody>
          <a:bodyPr/>
          <a:lstStyle/>
          <a:p>
            <a:pPr algn="ctr"/>
            <a:r>
              <a:rPr lang="en-US" b="1" dirty="0"/>
              <a:t>Instructor: Muhammad Sahil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103312" y="2061328"/>
            <a:ext cx="10103663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BS in Computer Science – University of Peshawar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 Year MERN Stack Developer – E Digital Pakistan (KPITB)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 Year Web Instructor – E Digital Pakistan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 Months Web Instructor – University of Peshawar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Computer Science Teacher –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Alflah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Model College,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Sarband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Experience with multiple local client projects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643239" y="5858587"/>
            <a:ext cx="9404723" cy="76360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2400" b="1" dirty="0"/>
              <a:t>Full Stack / MERN Stack Web Developer | Web Instructor</a:t>
            </a:r>
          </a:p>
        </p:txBody>
      </p:sp>
    </p:spTree>
    <p:extLst>
      <p:ext uri="{BB962C8B-B14F-4D97-AF65-F5344CB8AC3E}">
        <p14:creationId xmlns:p14="http://schemas.microsoft.com/office/powerpoint/2010/main" val="699724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10705"/>
            <a:ext cx="8825659" cy="1036608"/>
          </a:xfrm>
        </p:spPr>
        <p:txBody>
          <a:bodyPr/>
          <a:lstStyle/>
          <a:p>
            <a:r>
              <a:rPr lang="en-US" sz="4400" b="1" dirty="0"/>
              <a:t>What is DOM?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982426" y="2218004"/>
            <a:ext cx="8627400" cy="34470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400" dirty="0" smtClean="0"/>
              <a:t>DOM </a:t>
            </a:r>
            <a:r>
              <a:rPr lang="en-US" sz="2400" dirty="0"/>
              <a:t>stands for </a:t>
            </a:r>
            <a:r>
              <a:rPr lang="en-US" sz="2400" b="1" dirty="0"/>
              <a:t>Document Object Model</a:t>
            </a:r>
            <a:r>
              <a:rPr lang="en-US" sz="2400" dirty="0"/>
              <a:t>.</a:t>
            </a:r>
          </a:p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400" dirty="0"/>
              <a:t>DOM allows JavaScript </a:t>
            </a:r>
            <a:r>
              <a:rPr lang="en-US" sz="2400" dirty="0" smtClean="0"/>
              <a:t>to:</a:t>
            </a:r>
          </a:p>
          <a:p>
            <a:pPr marL="800100" lvl="1" indent="-34290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400" dirty="0" smtClean="0"/>
              <a:t>Access </a:t>
            </a:r>
            <a:r>
              <a:rPr lang="en-US" sz="2400" dirty="0"/>
              <a:t>HTML </a:t>
            </a:r>
            <a:r>
              <a:rPr lang="en-US" sz="2400" dirty="0" smtClean="0"/>
              <a:t>elements</a:t>
            </a:r>
          </a:p>
          <a:p>
            <a:pPr marL="800100" lvl="1" indent="-34290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400" dirty="0" smtClean="0"/>
              <a:t>Change </a:t>
            </a:r>
            <a:r>
              <a:rPr lang="en-US" sz="2400" dirty="0"/>
              <a:t>text and </a:t>
            </a:r>
            <a:r>
              <a:rPr lang="en-US" sz="2400" dirty="0" smtClean="0"/>
              <a:t>styles</a:t>
            </a:r>
          </a:p>
          <a:p>
            <a:pPr marL="800100" lvl="1" indent="-34290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400" dirty="0" smtClean="0"/>
              <a:t>Add </a:t>
            </a:r>
            <a:r>
              <a:rPr lang="en-US" sz="2400" dirty="0"/>
              <a:t>or remove </a:t>
            </a:r>
            <a:r>
              <a:rPr lang="en-US" sz="2400" dirty="0" smtClean="0"/>
              <a:t>elements</a:t>
            </a:r>
          </a:p>
          <a:p>
            <a:pPr marL="800100" lvl="1" indent="-34290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400" dirty="0" smtClean="0"/>
              <a:t>Respond </a:t>
            </a:r>
            <a:r>
              <a:rPr lang="en-US" sz="2400" dirty="0"/>
              <a:t>to user actions</a:t>
            </a:r>
          </a:p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400" dirty="0"/>
              <a:t>DOM connects </a:t>
            </a:r>
            <a:r>
              <a:rPr lang="en-US" sz="2400" b="1" dirty="0"/>
              <a:t>HTML + JavaScript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26132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5826" y="162464"/>
            <a:ext cx="11628408" cy="1174630"/>
          </a:xfrm>
        </p:spPr>
        <p:txBody>
          <a:bodyPr/>
          <a:lstStyle/>
          <a:p>
            <a:pPr lvl="0" defTabSz="914400" eaLnBrk="0" fontAlgn="base" hangingPunct="0">
              <a:spcAft>
                <a:spcPct val="0"/>
              </a:spcAft>
            </a:pPr>
            <a:r>
              <a:rPr lang="en-US" altLang="en-US" sz="4400" b="1" dirty="0" smtClean="0">
                <a:latin typeface="Arial" panose="020B0604020202020204" pitchFamily="34" charset="0"/>
              </a:rPr>
              <a:t>Selecting </a:t>
            </a:r>
            <a:r>
              <a:rPr lang="en-US" altLang="en-US" sz="4400" b="1" dirty="0">
                <a:latin typeface="Arial" panose="020B0604020202020204" pitchFamily="34" charset="0"/>
              </a:rPr>
              <a:t>HTML Elements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154954" y="2557987"/>
            <a:ext cx="9114461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lvl="0" indent="-17145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altLang="en-US" sz="2400" dirty="0" smtClean="0">
                <a:latin typeface="Arial" panose="020B0604020202020204" pitchFamily="34" charset="0"/>
              </a:rPr>
              <a:t>JavaScript </a:t>
            </a:r>
            <a:r>
              <a:rPr lang="en-US" altLang="en-US" sz="2400" dirty="0">
                <a:latin typeface="Arial" panose="020B0604020202020204" pitchFamily="34" charset="0"/>
              </a:rPr>
              <a:t>selects HTML elements to work with them.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altLang="en-US" sz="2400" dirty="0">
                <a:latin typeface="Arial" panose="020B0604020202020204" pitchFamily="34" charset="0"/>
              </a:rPr>
              <a:t>Common </a:t>
            </a:r>
            <a:r>
              <a:rPr lang="en-US" altLang="en-US" sz="2400" dirty="0" smtClean="0">
                <a:latin typeface="Arial" panose="020B0604020202020204" pitchFamily="34" charset="0"/>
              </a:rPr>
              <a:t>methods: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400" dirty="0" err="1" smtClean="0">
                <a:latin typeface="Arial Unicode MS" panose="020B0604020202020204" pitchFamily="34" charset="-128"/>
              </a:rPr>
              <a:t>getElementById</a:t>
            </a:r>
            <a:r>
              <a:rPr lang="en-US" altLang="en-US" sz="2400" dirty="0" smtClean="0">
                <a:latin typeface="Arial Unicode MS" panose="020B0604020202020204" pitchFamily="34" charset="-128"/>
              </a:rPr>
              <a:t>();</a:t>
            </a:r>
            <a:endParaRPr lang="en-US" altLang="en-US" sz="2400" dirty="0" smtClean="0"/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400" dirty="0" err="1" smtClean="0">
                <a:latin typeface="Arial Unicode MS" panose="020B0604020202020204" pitchFamily="34" charset="-128"/>
              </a:rPr>
              <a:t>querySelector</a:t>
            </a:r>
            <a:r>
              <a:rPr lang="en-US" altLang="en-US" sz="2400" dirty="0" smtClean="0">
                <a:latin typeface="Arial Unicode MS" panose="020B0604020202020204" pitchFamily="34" charset="-128"/>
              </a:rPr>
              <a:t>();</a:t>
            </a:r>
            <a:endParaRPr lang="en-US" altLang="en-US" sz="2400" dirty="0"/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altLang="en-US" sz="2400" dirty="0">
                <a:latin typeface="Arial" panose="020B0604020202020204" pitchFamily="34" charset="0"/>
              </a:rPr>
              <a:t>After selection, elements can be modified using JavaScript.</a:t>
            </a:r>
          </a:p>
        </p:txBody>
      </p:sp>
    </p:spTree>
    <p:extLst>
      <p:ext uri="{BB962C8B-B14F-4D97-AF65-F5344CB8AC3E}">
        <p14:creationId xmlns:p14="http://schemas.microsoft.com/office/powerpoint/2010/main" val="2980408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7586" y="162464"/>
            <a:ext cx="11576648" cy="1174630"/>
          </a:xfrm>
        </p:spPr>
        <p:txBody>
          <a:bodyPr/>
          <a:lstStyle/>
          <a:p>
            <a:r>
              <a:rPr lang="en-US" sz="4400" b="1" dirty="0" smtClean="0"/>
              <a:t>Changing </a:t>
            </a:r>
            <a:r>
              <a:rPr lang="en-US" sz="4400" b="1" dirty="0"/>
              <a:t>Text &amp; Styles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154954" y="1555147"/>
            <a:ext cx="4937570" cy="39446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400" dirty="0" smtClean="0"/>
              <a:t>Using </a:t>
            </a:r>
            <a:r>
              <a:rPr lang="en-US" sz="2400" dirty="0"/>
              <a:t>DOM, JavaScript </a:t>
            </a:r>
            <a:r>
              <a:rPr lang="en-US" sz="2400" dirty="0" smtClean="0"/>
              <a:t>can:</a:t>
            </a:r>
          </a:p>
          <a:p>
            <a:pPr marL="800100" lvl="1" indent="-34290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400" dirty="0" smtClean="0"/>
              <a:t>Change </a:t>
            </a:r>
            <a:r>
              <a:rPr lang="en-US" sz="2400" dirty="0"/>
              <a:t>text </a:t>
            </a:r>
            <a:r>
              <a:rPr lang="en-US" sz="2400" dirty="0" smtClean="0"/>
              <a:t>content</a:t>
            </a:r>
          </a:p>
          <a:p>
            <a:pPr marL="800100" lvl="1" indent="-34290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400" dirty="0" smtClean="0"/>
              <a:t>Change colors</a:t>
            </a:r>
          </a:p>
          <a:p>
            <a:pPr marL="800100" lvl="1" indent="-34290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400" dirty="0" smtClean="0"/>
              <a:t>Change </a:t>
            </a:r>
            <a:r>
              <a:rPr lang="en-US" sz="2400" dirty="0"/>
              <a:t>font size and style</a:t>
            </a:r>
          </a:p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400" dirty="0"/>
              <a:t>This is commonly used </a:t>
            </a:r>
            <a:r>
              <a:rPr lang="en-US" sz="2400" dirty="0" smtClean="0"/>
              <a:t>in:</a:t>
            </a:r>
          </a:p>
          <a:p>
            <a:pPr marL="800100" lvl="1" indent="-34290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400" dirty="0" smtClean="0"/>
              <a:t>Buttons</a:t>
            </a:r>
          </a:p>
          <a:p>
            <a:pPr marL="800100" lvl="1" indent="-34290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400" dirty="0" smtClean="0"/>
              <a:t>Notifications</a:t>
            </a:r>
          </a:p>
          <a:p>
            <a:pPr marL="800100" lvl="1" indent="-34290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400" dirty="0" smtClean="0"/>
              <a:t>Interactive </a:t>
            </a:r>
            <a:r>
              <a:rPr lang="en-US" sz="2400" dirty="0"/>
              <a:t>UI</a:t>
            </a:r>
          </a:p>
        </p:txBody>
      </p:sp>
    </p:spTree>
    <p:extLst>
      <p:ext uri="{BB962C8B-B14F-4D97-AF65-F5344CB8AC3E}">
        <p14:creationId xmlns:p14="http://schemas.microsoft.com/office/powerpoint/2010/main" val="1681227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6928" y="162464"/>
            <a:ext cx="11007306" cy="1174630"/>
          </a:xfrm>
        </p:spPr>
        <p:txBody>
          <a:bodyPr/>
          <a:lstStyle/>
          <a:p>
            <a:r>
              <a:rPr lang="en-US" sz="4400" b="1" dirty="0" smtClean="0"/>
              <a:t>Creating </a:t>
            </a:r>
            <a:r>
              <a:rPr lang="en-US" sz="4400" b="1" dirty="0"/>
              <a:t>&amp; Removing Elements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154954" y="1306360"/>
            <a:ext cx="5078634" cy="44422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400" dirty="0" smtClean="0"/>
              <a:t>JavaScript </a:t>
            </a:r>
            <a:r>
              <a:rPr lang="en-US" sz="2400" dirty="0"/>
              <a:t>can </a:t>
            </a:r>
            <a:r>
              <a:rPr lang="en-US" sz="2400" dirty="0" smtClean="0"/>
              <a:t>dynamically:</a:t>
            </a:r>
          </a:p>
          <a:p>
            <a:pPr marL="800100" lvl="1" indent="-34290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400" dirty="0" smtClean="0"/>
              <a:t>Create </a:t>
            </a:r>
            <a:r>
              <a:rPr lang="en-US" sz="2400" dirty="0"/>
              <a:t>new HTML </a:t>
            </a:r>
            <a:r>
              <a:rPr lang="en-US" sz="2400" dirty="0" smtClean="0"/>
              <a:t>elements</a:t>
            </a:r>
          </a:p>
          <a:p>
            <a:pPr marL="800100" lvl="1" indent="-34290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400" dirty="0" smtClean="0"/>
              <a:t>Add </a:t>
            </a:r>
            <a:r>
              <a:rPr lang="en-US" sz="2400" dirty="0"/>
              <a:t>them to the </a:t>
            </a:r>
            <a:r>
              <a:rPr lang="en-US" sz="2400" dirty="0" smtClean="0"/>
              <a:t>page</a:t>
            </a:r>
          </a:p>
          <a:p>
            <a:pPr marL="800100" lvl="1" indent="-34290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400" dirty="0" smtClean="0"/>
              <a:t>Remove </a:t>
            </a:r>
            <a:r>
              <a:rPr lang="en-US" sz="2400" dirty="0"/>
              <a:t>existing elements</a:t>
            </a:r>
          </a:p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400" dirty="0" smtClean="0"/>
              <a:t>Used in:</a:t>
            </a:r>
          </a:p>
          <a:p>
            <a:pPr marL="800100" lvl="1" indent="-34290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400" dirty="0" smtClean="0"/>
              <a:t>To-Do apps</a:t>
            </a:r>
          </a:p>
          <a:p>
            <a:pPr marL="800100" lvl="1" indent="-34290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400" dirty="0" smtClean="0"/>
              <a:t>Lists</a:t>
            </a:r>
          </a:p>
          <a:p>
            <a:pPr marL="800100" lvl="1" indent="-34290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400" dirty="0" smtClean="0"/>
              <a:t>Dashboards</a:t>
            </a:r>
          </a:p>
          <a:p>
            <a:pPr marL="800100" lvl="1" indent="-34290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400" dirty="0" err="1" smtClean="0"/>
              <a:t>etc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048476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62464"/>
            <a:ext cx="12094234" cy="1174630"/>
          </a:xfrm>
        </p:spPr>
        <p:txBody>
          <a:bodyPr/>
          <a:lstStyle/>
          <a:p>
            <a:r>
              <a:rPr lang="en-US" b="1" dirty="0" smtClean="0"/>
              <a:t>	Form </a:t>
            </a:r>
            <a:r>
              <a:rPr lang="en-US" b="1" dirty="0"/>
              <a:t>Handling with JavaScript</a:t>
            </a:r>
            <a:endParaRPr lang="en-US" sz="4400" dirty="0">
              <a:effectLst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154954" y="2052721"/>
            <a:ext cx="6583854" cy="2949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400" dirty="0" smtClean="0"/>
              <a:t>JavaScript </a:t>
            </a:r>
            <a:r>
              <a:rPr lang="en-US" sz="2400" dirty="0"/>
              <a:t>handles forms </a:t>
            </a:r>
            <a:r>
              <a:rPr lang="en-US" sz="2400" dirty="0" smtClean="0"/>
              <a:t>by:</a:t>
            </a:r>
          </a:p>
          <a:p>
            <a:pPr marL="800100" lvl="1" indent="-34290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400" dirty="0" smtClean="0"/>
              <a:t>Preventing </a:t>
            </a:r>
            <a:r>
              <a:rPr lang="en-US" sz="2400" dirty="0"/>
              <a:t>page </a:t>
            </a:r>
            <a:r>
              <a:rPr lang="en-US" sz="2400" dirty="0" smtClean="0"/>
              <a:t>reload</a:t>
            </a:r>
          </a:p>
          <a:p>
            <a:pPr marL="800100" lvl="1" indent="-34290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400" dirty="0" smtClean="0"/>
              <a:t>Reading </a:t>
            </a:r>
            <a:r>
              <a:rPr lang="en-US" sz="2400" dirty="0"/>
              <a:t>user </a:t>
            </a:r>
            <a:r>
              <a:rPr lang="en-US" sz="2400" dirty="0" smtClean="0"/>
              <a:t>input</a:t>
            </a:r>
          </a:p>
          <a:p>
            <a:pPr marL="800100" lvl="1" indent="-34290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400" dirty="0" smtClean="0"/>
              <a:t>Validating input</a:t>
            </a:r>
          </a:p>
          <a:p>
            <a:pPr marL="800100" lvl="1" indent="-34290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400" dirty="0" smtClean="0"/>
              <a:t>Showing </a:t>
            </a:r>
            <a:r>
              <a:rPr lang="en-US" sz="2400" dirty="0"/>
              <a:t>messages</a:t>
            </a:r>
          </a:p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400" dirty="0"/>
              <a:t>Used in login, signup, and contact forms.</a:t>
            </a:r>
          </a:p>
        </p:txBody>
      </p:sp>
    </p:spTree>
    <p:extLst>
      <p:ext uri="{BB962C8B-B14F-4D97-AF65-F5344CB8AC3E}">
        <p14:creationId xmlns:p14="http://schemas.microsoft.com/office/powerpoint/2010/main" val="3154460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802922" y="2482118"/>
            <a:ext cx="8272732" cy="144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>
              <a:buClr>
                <a:schemeClr val="tx1"/>
              </a:buClr>
            </a:pPr>
            <a:r>
              <a:rPr lang="en-US" sz="4400" b="1" dirty="0">
                <a:solidFill>
                  <a:schemeClr val="tx2"/>
                </a:solidFill>
              </a:rPr>
              <a:t>Code example Screen shots from next slide</a:t>
            </a:r>
          </a:p>
        </p:txBody>
      </p:sp>
    </p:spTree>
    <p:extLst>
      <p:ext uri="{BB962C8B-B14F-4D97-AF65-F5344CB8AC3E}">
        <p14:creationId xmlns:p14="http://schemas.microsoft.com/office/powerpoint/2010/main" val="836867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225040" y="274320"/>
            <a:ext cx="735584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ct val="0"/>
              </a:spcBef>
            </a:pPr>
            <a:r>
              <a:rPr lang="en-US" sz="2800" b="1" dirty="0" err="1">
                <a:solidFill>
                  <a:srgbClr val="FFFF00"/>
                </a:solidFill>
                <a:latin typeface="+mj-lt"/>
                <a:ea typeface="+mj-ea"/>
                <a:cs typeface="+mj-cs"/>
              </a:rPr>
              <a:t>d</a:t>
            </a:r>
            <a:r>
              <a:rPr lang="en-US" sz="2800" b="1" dirty="0" err="1" smtClean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ocument.createElement</a:t>
            </a:r>
            <a:r>
              <a:rPr lang="en-US" sz="2800" b="1" dirty="0" smtClean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( );</a:t>
            </a:r>
          </a:p>
          <a:p>
            <a:pPr>
              <a:spcBef>
                <a:spcPct val="0"/>
              </a:spcBef>
            </a:pPr>
            <a:r>
              <a:rPr lang="en-US" sz="2800" b="1" dirty="0" err="1" smtClean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parentName.appendChild</a:t>
            </a:r>
            <a:r>
              <a:rPr lang="en-US" sz="2800" b="1" dirty="0" smtClean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( ) ;</a:t>
            </a:r>
            <a:endParaRPr lang="en-US" sz="2800" b="1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223" y="1536638"/>
            <a:ext cx="10117335" cy="4872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584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225040" y="274320"/>
            <a:ext cx="73558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ct val="0"/>
              </a:spcBef>
            </a:pPr>
            <a:r>
              <a:rPr lang="en-US" sz="4800" b="1" dirty="0" err="1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removeChild</a:t>
            </a:r>
            <a:r>
              <a:rPr lang="en-US" sz="4800" b="1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( );</a:t>
            </a:r>
            <a:endParaRPr lang="en-US" sz="4800" b="1" dirty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057" y="1387765"/>
            <a:ext cx="9469928" cy="5136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468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225040" y="274320"/>
            <a:ext cx="73558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ct val="0"/>
              </a:spcBef>
            </a:pPr>
            <a:r>
              <a:rPr lang="en-US" sz="4800" b="1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Form handling</a:t>
            </a:r>
            <a:endParaRPr lang="en-US" sz="4800" b="1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724" y="1725283"/>
            <a:ext cx="10461637" cy="4920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6851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62464"/>
            <a:ext cx="8825659" cy="795068"/>
          </a:xfrm>
        </p:spPr>
        <p:txBody>
          <a:bodyPr/>
          <a:lstStyle/>
          <a:p>
            <a:r>
              <a:rPr lang="en-US" b="1" dirty="0" smtClean="0"/>
              <a:t>Mini </a:t>
            </a:r>
            <a:r>
              <a:rPr lang="en-US" b="1" dirty="0"/>
              <a:t>Project &amp; Summary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154954" y="1719050"/>
            <a:ext cx="10171529" cy="39446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400" b="1" dirty="0" smtClean="0"/>
              <a:t>Mini Project:</a:t>
            </a:r>
            <a:endParaRPr lang="en-US" sz="2400" dirty="0" smtClean="0"/>
          </a:p>
          <a:p>
            <a:pPr marL="800100" lvl="1" indent="-342900"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lang="en-US" sz="2400" dirty="0" smtClean="0"/>
              <a:t>Add items</a:t>
            </a:r>
          </a:p>
          <a:p>
            <a:pPr marL="800100" lvl="1" indent="-342900"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lang="en-US" sz="2400" dirty="0" smtClean="0"/>
              <a:t>Remove items</a:t>
            </a:r>
          </a:p>
          <a:p>
            <a:pPr marL="800100" lvl="1" indent="-342900"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lang="en-US" sz="2400" dirty="0" smtClean="0"/>
              <a:t>Handle </a:t>
            </a:r>
            <a:r>
              <a:rPr lang="en-US" sz="2400" dirty="0"/>
              <a:t>form input</a:t>
            </a:r>
          </a:p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400" b="1" dirty="0"/>
              <a:t>Today you </a:t>
            </a:r>
            <a:r>
              <a:rPr lang="en-US" sz="2400" b="1" dirty="0" smtClean="0"/>
              <a:t>learned:</a:t>
            </a:r>
            <a:endParaRPr lang="en-US" sz="2400" dirty="0" smtClean="0"/>
          </a:p>
          <a:p>
            <a:pPr marL="800100" lvl="1" indent="-342900"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lang="en-US" sz="2400" dirty="0" smtClean="0"/>
              <a:t>DOM basics</a:t>
            </a:r>
          </a:p>
          <a:p>
            <a:pPr marL="800100" lvl="1" indent="-342900"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lang="en-US" sz="2400" dirty="0" smtClean="0"/>
              <a:t>Selecting elements</a:t>
            </a:r>
          </a:p>
          <a:p>
            <a:pPr marL="800100" lvl="1" indent="-342900"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lang="en-US" sz="2400" dirty="0" smtClean="0"/>
              <a:t>Changing </a:t>
            </a:r>
            <a:r>
              <a:rPr lang="en-US" sz="2400" dirty="0" smtClean="0"/>
              <a:t>content</a:t>
            </a:r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575054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865</TotalTime>
  <Words>295</Words>
  <Application>Microsoft Office PowerPoint</Application>
  <PresentationFormat>Widescreen</PresentationFormat>
  <Paragraphs>68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 Unicode MS</vt:lpstr>
      <vt:lpstr>Arial</vt:lpstr>
      <vt:lpstr>Century Gothic</vt:lpstr>
      <vt:lpstr>Times New Roman</vt:lpstr>
      <vt:lpstr>Wingdings</vt:lpstr>
      <vt:lpstr>Wingdings 3</vt:lpstr>
      <vt:lpstr>Ion</vt:lpstr>
      <vt:lpstr>بِسْمِ ٱللَّهِ ٱلرَّحْمَٰنِ ٱلرَّحِيمِ</vt:lpstr>
      <vt:lpstr>Course: Web Designing</vt:lpstr>
      <vt:lpstr>Instructor: Muhammad Sahil</vt:lpstr>
      <vt:lpstr>What is DOM?</vt:lpstr>
      <vt:lpstr>Selecting HTML Elements</vt:lpstr>
      <vt:lpstr>Changing Text &amp; Styles</vt:lpstr>
      <vt:lpstr>Creating &amp; Removing Elements</vt:lpstr>
      <vt:lpstr> Form Handling with JavaScript</vt:lpstr>
      <vt:lpstr>PowerPoint Presentation</vt:lpstr>
      <vt:lpstr>PowerPoint Presentation</vt:lpstr>
      <vt:lpstr>PowerPoint Presentation</vt:lpstr>
      <vt:lpstr>PowerPoint Presentation</vt:lpstr>
      <vt:lpstr>Mini Project &amp; 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Course: Web Designing</dc:title>
  <dc:creator>Muhammad Sahil</dc:creator>
  <cp:lastModifiedBy>Muhammad Sahil</cp:lastModifiedBy>
  <cp:revision>32</cp:revision>
  <dcterms:created xsi:type="dcterms:W3CDTF">2025-11-16T03:57:59Z</dcterms:created>
  <dcterms:modified xsi:type="dcterms:W3CDTF">2026-01-02T12:56:46Z</dcterms:modified>
</cp:coreProperties>
</file>