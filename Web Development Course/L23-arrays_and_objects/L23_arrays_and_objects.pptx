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79" r:id="rId7"/>
    <p:sldId id="280" r:id="rId8"/>
    <p:sldId id="281" r:id="rId9"/>
    <p:sldId id="290" r:id="rId10"/>
    <p:sldId id="291" r:id="rId11"/>
    <p:sldId id="289" r:id="rId12"/>
    <p:sldId id="283" r:id="rId13"/>
    <p:sldId id="284" r:id="rId14"/>
    <p:sldId id="292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447800"/>
            <a:ext cx="12128739" cy="3329581"/>
          </a:xfrm>
        </p:spPr>
        <p:txBody>
          <a:bodyPr/>
          <a:lstStyle/>
          <a:p>
            <a:pPr algn="ctr"/>
            <a:r>
              <a:rPr lang="ur-PK" sz="9600" dirty="0"/>
              <a:t>بِسْمِ ٱللَّهِ ٱلرَّحْمَٰنِ ٱلرَّحِيمِ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309245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dirty="0"/>
              <a:t>Course: Web Designing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36805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Institute: Corvit Systems Peshawar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60709" y="514543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Duration: 3-Month Web Designing &amp; Development Course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166465" y="5530746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class of JS (Java script)</a:t>
            </a:r>
            <a:endParaRPr lang="en-US" b="1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154967" y="589880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Topic : Arrays &amp; Objects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1794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3607"/>
          </a:xfrm>
        </p:spPr>
        <p:txBody>
          <a:bodyPr/>
          <a:lstStyle/>
          <a:p>
            <a:pPr algn="ctr"/>
            <a:r>
              <a:rPr lang="en-US" b="1" dirty="0"/>
              <a:t>Instructor: Muhammad Sahil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3312" y="2061328"/>
            <a:ext cx="1010366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BS in Computer Science – University of Peshawar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Year MERN Stack Developer – E Digital Pakistan (KPITB)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Year Web Instructor – E Digital Pakistan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 Months Web Instructor – University of Peshawar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Science Teacher –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Alflah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College,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Sarband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Experience with multiple local client projects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3239" y="5858587"/>
            <a:ext cx="9404723" cy="7636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b="1" dirty="0"/>
              <a:t>Full Stack / MERN Stack Web Developer | Web Instructor</a:t>
            </a:r>
          </a:p>
        </p:txBody>
      </p:sp>
    </p:spTree>
    <p:extLst>
      <p:ext uri="{BB962C8B-B14F-4D97-AF65-F5344CB8AC3E}">
        <p14:creationId xmlns:p14="http://schemas.microsoft.com/office/powerpoint/2010/main" val="69972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10705"/>
            <a:ext cx="8825659" cy="1036608"/>
          </a:xfrm>
        </p:spPr>
        <p:txBody>
          <a:bodyPr/>
          <a:lstStyle/>
          <a:p>
            <a:r>
              <a:rPr lang="en-US" sz="4000" b="1" dirty="0"/>
              <a:t>Introduction to Arrays &amp; Objects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982426" y="2161579"/>
            <a:ext cx="8627400" cy="3559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Arrays </a:t>
            </a:r>
            <a:r>
              <a:rPr lang="en-US" sz="2400" dirty="0"/>
              <a:t>and objects are data structures used to store and manage </a:t>
            </a:r>
            <a:r>
              <a:rPr lang="en-US" sz="2400" dirty="0" smtClean="0"/>
              <a:t>data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They </a:t>
            </a:r>
            <a:r>
              <a:rPr lang="en-US" sz="2400" dirty="0"/>
              <a:t>help organize multiple values in a single </a:t>
            </a:r>
            <a:r>
              <a:rPr lang="en-US" sz="2400" dirty="0" smtClean="0"/>
              <a:t>variable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Almost </a:t>
            </a:r>
            <a:r>
              <a:rPr lang="en-US" sz="2400" dirty="0"/>
              <a:t>every real application uses arrays and </a:t>
            </a:r>
            <a:r>
              <a:rPr lang="en-US" sz="2400" dirty="0" smtClean="0"/>
              <a:t>objects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They </a:t>
            </a:r>
            <a:r>
              <a:rPr lang="en-US" sz="2400" dirty="0"/>
              <a:t>are the foundation of APIs, databases, and frontend </a:t>
            </a:r>
            <a:r>
              <a:rPr lang="en-US" sz="2400" dirty="0" smtClean="0"/>
              <a:t>rendering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Understanding </a:t>
            </a:r>
            <a:r>
              <a:rPr lang="en-US" sz="2400" dirty="0"/>
              <a:t>them is essential for modern JavaScript development</a:t>
            </a:r>
          </a:p>
        </p:txBody>
      </p:sp>
    </p:spTree>
    <p:extLst>
      <p:ext uri="{BB962C8B-B14F-4D97-AF65-F5344CB8AC3E}">
        <p14:creationId xmlns:p14="http://schemas.microsoft.com/office/powerpoint/2010/main" val="3126132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826" y="127958"/>
            <a:ext cx="11628408" cy="1174630"/>
          </a:xfrm>
        </p:spPr>
        <p:txBody>
          <a:bodyPr/>
          <a:lstStyle/>
          <a:p>
            <a:r>
              <a:rPr lang="en-US" sz="4000" b="1" dirty="0" smtClean="0"/>
              <a:t> 	Arrays </a:t>
            </a:r>
            <a:r>
              <a:rPr lang="en-US" sz="4000" b="1" dirty="0"/>
              <a:t>Fundamentals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116842"/>
            <a:ext cx="9114461" cy="2821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An </a:t>
            </a:r>
            <a:r>
              <a:rPr lang="en-US" sz="2400" dirty="0"/>
              <a:t>array is a collection of values stored in </a:t>
            </a:r>
            <a:r>
              <a:rPr lang="en-US" sz="2400" dirty="0" smtClean="0"/>
              <a:t>order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Each </a:t>
            </a:r>
            <a:r>
              <a:rPr lang="en-US" sz="2400" dirty="0"/>
              <a:t>value has an index starting from </a:t>
            </a:r>
            <a:r>
              <a:rPr lang="en-US" sz="2400" dirty="0" smtClean="0"/>
              <a:t>zero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Arrays </a:t>
            </a:r>
            <a:r>
              <a:rPr lang="en-US" sz="2400" dirty="0"/>
              <a:t>are used when data is similar in type or </a:t>
            </a:r>
            <a:r>
              <a:rPr lang="en-US" sz="2400" dirty="0" smtClean="0"/>
              <a:t>purpose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They </a:t>
            </a:r>
            <a:r>
              <a:rPr lang="en-US" sz="2400" dirty="0"/>
              <a:t>are commonly used to store lists such as users, products, or </a:t>
            </a:r>
            <a:r>
              <a:rPr lang="en-US" sz="2400" dirty="0" smtClean="0"/>
              <a:t>messages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Arrays </a:t>
            </a:r>
            <a:r>
              <a:rPr lang="en-US" sz="2400" dirty="0"/>
              <a:t>make data processing and looping easier</a:t>
            </a:r>
          </a:p>
        </p:txBody>
      </p:sp>
    </p:spTree>
    <p:extLst>
      <p:ext uri="{BB962C8B-B14F-4D97-AF65-F5344CB8AC3E}">
        <p14:creationId xmlns:p14="http://schemas.microsoft.com/office/powerpoint/2010/main" val="2980408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4950" y="162464"/>
            <a:ext cx="9144001" cy="1174630"/>
          </a:xfrm>
        </p:spPr>
        <p:txBody>
          <a:bodyPr/>
          <a:lstStyle/>
          <a:p>
            <a:r>
              <a:rPr lang="en-US" sz="3600" b="1" dirty="0"/>
              <a:t>Common Array Methods – push &amp; pop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301507"/>
            <a:ext cx="9213997" cy="2451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b="1" dirty="0" smtClean="0">
                <a:solidFill>
                  <a:srgbClr val="FFFF00"/>
                </a:solidFill>
              </a:rPr>
              <a:t>Push()</a:t>
            </a:r>
            <a:r>
              <a:rPr lang="en-US" sz="2400" dirty="0" smtClean="0"/>
              <a:t> </a:t>
            </a:r>
            <a:r>
              <a:rPr lang="en-US" sz="2400" dirty="0"/>
              <a:t>adds a new element at the end of an </a:t>
            </a:r>
            <a:r>
              <a:rPr lang="en-US" sz="2400" dirty="0" smtClean="0"/>
              <a:t>array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It </a:t>
            </a:r>
            <a:r>
              <a:rPr lang="en-US" sz="2400" dirty="0"/>
              <a:t>is used when new data arrives </a:t>
            </a:r>
            <a:r>
              <a:rPr lang="en-US" sz="2400" dirty="0" smtClean="0"/>
              <a:t>dynamically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b="1" dirty="0" smtClean="0">
                <a:solidFill>
                  <a:srgbClr val="FFFF00"/>
                </a:solidFill>
              </a:rPr>
              <a:t>pop</a:t>
            </a:r>
            <a:r>
              <a:rPr lang="en-US" sz="2400" b="1" dirty="0">
                <a:solidFill>
                  <a:srgbClr val="FFFF00"/>
                </a:solidFill>
              </a:rPr>
              <a:t>()</a:t>
            </a:r>
            <a:r>
              <a:rPr lang="en-US" sz="2400" dirty="0" smtClean="0"/>
              <a:t> </a:t>
            </a:r>
            <a:r>
              <a:rPr lang="en-US" sz="2400" dirty="0"/>
              <a:t>removes the last element from an </a:t>
            </a:r>
            <a:r>
              <a:rPr lang="en-US" sz="2400" dirty="0" smtClean="0"/>
              <a:t>array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It </a:t>
            </a:r>
            <a:r>
              <a:rPr lang="en-US" sz="2400" dirty="0"/>
              <a:t>is used when undoing or removing recent </a:t>
            </a:r>
            <a:r>
              <a:rPr lang="en-US" sz="2400" dirty="0" smtClean="0"/>
              <a:t>data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These </a:t>
            </a:r>
            <a:r>
              <a:rPr lang="en-US" sz="2400" dirty="0"/>
              <a:t>methods modify the original array directly</a:t>
            </a:r>
          </a:p>
        </p:txBody>
      </p:sp>
    </p:spTree>
    <p:extLst>
      <p:ext uri="{BB962C8B-B14F-4D97-AF65-F5344CB8AC3E}">
        <p14:creationId xmlns:p14="http://schemas.microsoft.com/office/powerpoint/2010/main" val="1681227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28" y="162464"/>
            <a:ext cx="9049110" cy="1174630"/>
          </a:xfrm>
        </p:spPr>
        <p:txBody>
          <a:bodyPr/>
          <a:lstStyle/>
          <a:p>
            <a:r>
              <a:rPr lang="en-US" sz="3600" b="1" dirty="0" smtClean="0"/>
              <a:t>Common </a:t>
            </a:r>
            <a:r>
              <a:rPr lang="en-US" sz="3600" b="1" dirty="0"/>
              <a:t>Array Methods – </a:t>
            </a:r>
            <a:r>
              <a:rPr lang="en-US" sz="3600" b="1" dirty="0" err="1"/>
              <a:t>forEach</a:t>
            </a:r>
            <a:endParaRPr lang="en-US" sz="36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116840"/>
            <a:ext cx="9170865" cy="2821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b="1" dirty="0" err="1" smtClean="0">
                <a:solidFill>
                  <a:srgbClr val="FFFF00"/>
                </a:solidFill>
              </a:rPr>
              <a:t>forEach</a:t>
            </a:r>
            <a:r>
              <a:rPr lang="en-US" sz="2400" b="1" dirty="0" smtClean="0">
                <a:solidFill>
                  <a:srgbClr val="FFFF00"/>
                </a:solidFill>
              </a:rPr>
              <a:t>()</a:t>
            </a:r>
            <a:r>
              <a:rPr lang="en-US" sz="2400" dirty="0" smtClean="0"/>
              <a:t> </a:t>
            </a:r>
            <a:r>
              <a:rPr lang="en-US" sz="2400" dirty="0"/>
              <a:t>is used to perform an action on each array </a:t>
            </a:r>
            <a:r>
              <a:rPr lang="en-US" sz="2400" dirty="0" smtClean="0"/>
              <a:t>element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It </a:t>
            </a:r>
            <a:r>
              <a:rPr lang="en-US" sz="2400" dirty="0"/>
              <a:t>does not return a new </a:t>
            </a:r>
            <a:r>
              <a:rPr lang="en-US" sz="2400" dirty="0" smtClean="0"/>
              <a:t>array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It </a:t>
            </a:r>
            <a:r>
              <a:rPr lang="en-US" sz="2400" dirty="0"/>
              <a:t>is mainly used for displaying data or logging </a:t>
            </a:r>
            <a:r>
              <a:rPr lang="en-US" sz="2400" dirty="0" smtClean="0"/>
              <a:t>information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Commonly </a:t>
            </a:r>
            <a:r>
              <a:rPr lang="en-US" sz="2400" dirty="0"/>
              <a:t>used in UI rendering and </a:t>
            </a:r>
            <a:r>
              <a:rPr lang="en-US" sz="2400" dirty="0" smtClean="0"/>
              <a:t>debugging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b="1" dirty="0" err="1" smtClean="0">
                <a:solidFill>
                  <a:srgbClr val="FFFF00"/>
                </a:solidFill>
              </a:rPr>
              <a:t>forEach</a:t>
            </a:r>
            <a:r>
              <a:rPr lang="en-US" sz="2400" b="1" dirty="0" smtClean="0">
                <a:solidFill>
                  <a:srgbClr val="FFFF00"/>
                </a:solidFill>
              </a:rPr>
              <a:t>()</a:t>
            </a:r>
            <a:r>
              <a:rPr lang="en-US" sz="2400" dirty="0" smtClean="0"/>
              <a:t> </a:t>
            </a:r>
            <a:r>
              <a:rPr lang="en-US" sz="2400" dirty="0"/>
              <a:t>improves readability compared to manual loops</a:t>
            </a:r>
          </a:p>
        </p:txBody>
      </p:sp>
    </p:spTree>
    <p:extLst>
      <p:ext uri="{BB962C8B-B14F-4D97-AF65-F5344CB8AC3E}">
        <p14:creationId xmlns:p14="http://schemas.microsoft.com/office/powerpoint/2010/main" val="404847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3576" y="162464"/>
            <a:ext cx="9187133" cy="1174630"/>
          </a:xfrm>
        </p:spPr>
        <p:txBody>
          <a:bodyPr/>
          <a:lstStyle/>
          <a:p>
            <a:r>
              <a:rPr lang="en-US" sz="4000" b="1" dirty="0" smtClean="0"/>
              <a:t>Objects Fundamentals &amp; Structure</a:t>
            </a:r>
            <a:endParaRPr lang="en-US" sz="40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94264" y="2608548"/>
            <a:ext cx="9265755" cy="2821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An </a:t>
            </a:r>
            <a:r>
              <a:rPr lang="en-US" sz="2400" dirty="0"/>
              <a:t>object stores data in key and value </a:t>
            </a:r>
            <a:r>
              <a:rPr lang="en-US" sz="2400" dirty="0" smtClean="0"/>
              <a:t>pairs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Each </a:t>
            </a:r>
            <a:r>
              <a:rPr lang="en-US" sz="2400" dirty="0"/>
              <a:t>key represents a property </a:t>
            </a:r>
            <a:r>
              <a:rPr lang="en-US" sz="2400" dirty="0" smtClean="0"/>
              <a:t>name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Values </a:t>
            </a:r>
            <a:r>
              <a:rPr lang="en-US" sz="2400" dirty="0"/>
              <a:t>can be strings, numbers, arrays, or even other </a:t>
            </a:r>
            <a:r>
              <a:rPr lang="en-US" sz="2400" dirty="0" smtClean="0"/>
              <a:t>objects or a function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Objects </a:t>
            </a:r>
            <a:r>
              <a:rPr lang="en-US" sz="2400" dirty="0"/>
              <a:t>represent real-world entities in </a:t>
            </a:r>
            <a:r>
              <a:rPr lang="en-US" sz="2400" dirty="0" smtClean="0"/>
              <a:t>code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They </a:t>
            </a:r>
            <a:r>
              <a:rPr lang="en-US" sz="2400" dirty="0"/>
              <a:t>are heavily used in APIs and application state</a:t>
            </a:r>
          </a:p>
        </p:txBody>
      </p:sp>
    </p:spTree>
    <p:extLst>
      <p:ext uri="{BB962C8B-B14F-4D97-AF65-F5344CB8AC3E}">
        <p14:creationId xmlns:p14="http://schemas.microsoft.com/office/powerpoint/2010/main" val="315446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9265755" cy="1174630"/>
          </a:xfrm>
        </p:spPr>
        <p:txBody>
          <a:bodyPr/>
          <a:lstStyle/>
          <a:p>
            <a:r>
              <a:rPr lang="en-US" b="1" dirty="0" smtClean="0"/>
              <a:t>Accessing </a:t>
            </a:r>
            <a:r>
              <a:rPr lang="en-US" b="1" dirty="0"/>
              <a:t>Object Data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277233"/>
            <a:ext cx="9006963" cy="3190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Object </a:t>
            </a:r>
            <a:r>
              <a:rPr lang="en-US" sz="2400" dirty="0"/>
              <a:t>properties can be accessed using dot </a:t>
            </a:r>
            <a:r>
              <a:rPr lang="en-US" sz="2400" dirty="0" smtClean="0"/>
              <a:t>notation </a:t>
            </a:r>
            <a:r>
              <a:rPr lang="en-US" sz="2400" dirty="0" err="1" smtClean="0"/>
              <a:t>i.e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FFFF00"/>
                </a:solidFill>
              </a:rPr>
              <a:t>student.name</a:t>
            </a:r>
            <a:endParaRPr lang="en-US" sz="2400" dirty="0" smtClean="0"/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Bracket </a:t>
            </a:r>
            <a:r>
              <a:rPr lang="en-US" sz="2400" dirty="0"/>
              <a:t>notation is used for dynamic or variable </a:t>
            </a:r>
            <a:r>
              <a:rPr lang="en-US" sz="2400" dirty="0" smtClean="0"/>
              <a:t>keys </a:t>
            </a:r>
            <a:r>
              <a:rPr lang="en-US" sz="2400" dirty="0" err="1" smtClean="0"/>
              <a:t>i.e</a:t>
            </a:r>
            <a:r>
              <a:rPr lang="en-US" sz="2400" dirty="0" smtClean="0"/>
              <a:t> </a:t>
            </a:r>
            <a:r>
              <a:rPr lang="en-US" sz="2400" b="1" dirty="0">
                <a:solidFill>
                  <a:srgbClr val="FFFF00"/>
                </a:solidFill>
              </a:rPr>
              <a:t>student</a:t>
            </a:r>
            <a:r>
              <a:rPr lang="en-US" sz="2400" b="1" dirty="0" smtClean="0">
                <a:solidFill>
                  <a:srgbClr val="FFFF00"/>
                </a:solidFill>
              </a:rPr>
              <a:t>[ name ]</a:t>
            </a:r>
            <a:endParaRPr lang="en-US" sz="2400" dirty="0" smtClean="0"/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Objects </a:t>
            </a:r>
            <a:r>
              <a:rPr lang="en-US" sz="2400" dirty="0"/>
              <a:t>allow structured and readable data </a:t>
            </a:r>
            <a:r>
              <a:rPr lang="en-US" sz="2400" dirty="0" smtClean="0"/>
              <a:t>access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They </a:t>
            </a:r>
            <a:r>
              <a:rPr lang="en-US" sz="2400" dirty="0"/>
              <a:t>make code more meaningful and </a:t>
            </a:r>
            <a:r>
              <a:rPr lang="en-US" sz="2400" dirty="0" smtClean="0"/>
              <a:t>organized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Accessing </a:t>
            </a:r>
            <a:r>
              <a:rPr lang="en-US" sz="2400" dirty="0"/>
              <a:t>object data is core to working with JSON</a:t>
            </a:r>
          </a:p>
        </p:txBody>
      </p:sp>
    </p:spTree>
    <p:extLst>
      <p:ext uri="{BB962C8B-B14F-4D97-AF65-F5344CB8AC3E}">
        <p14:creationId xmlns:p14="http://schemas.microsoft.com/office/powerpoint/2010/main" val="77916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9265755" cy="1174630"/>
          </a:xfrm>
        </p:spPr>
        <p:txBody>
          <a:bodyPr/>
          <a:lstStyle/>
          <a:p>
            <a:r>
              <a:rPr lang="en-US" b="1" dirty="0"/>
              <a:t>Working with Real Data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659114"/>
            <a:ext cx="9006963" cy="4426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Real </a:t>
            </a:r>
            <a:r>
              <a:rPr lang="en-US" sz="2400" dirty="0"/>
              <a:t>application data comes as arrays of </a:t>
            </a:r>
            <a:r>
              <a:rPr lang="en-US" sz="2400" dirty="0" smtClean="0"/>
              <a:t>objects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b="1" dirty="0" smtClean="0">
                <a:solidFill>
                  <a:srgbClr val="FFFF00"/>
                </a:solidFill>
              </a:rPr>
              <a:t>let </a:t>
            </a:r>
            <a:r>
              <a:rPr lang="en-US" sz="2400" b="1" dirty="0">
                <a:solidFill>
                  <a:srgbClr val="FFFF00"/>
                </a:solidFill>
              </a:rPr>
              <a:t>data =  [ {}, {}, {},{} </a:t>
            </a:r>
            <a:r>
              <a:rPr lang="en-US" sz="2400" b="1" dirty="0" smtClean="0">
                <a:solidFill>
                  <a:srgbClr val="FFFF00"/>
                </a:solidFill>
              </a:rPr>
              <a:t>]</a:t>
            </a:r>
            <a:endParaRPr lang="en-US" sz="2400" dirty="0" smtClean="0"/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User </a:t>
            </a:r>
            <a:r>
              <a:rPr lang="en-US" sz="2400" dirty="0"/>
              <a:t>lists, product catalogs, and API responses follow this </a:t>
            </a:r>
            <a:r>
              <a:rPr lang="en-US" sz="2400" dirty="0" smtClean="0"/>
              <a:t>structure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Array </a:t>
            </a:r>
            <a:r>
              <a:rPr lang="en-US" sz="2400" dirty="0"/>
              <a:t>methods are used to process object data </a:t>
            </a:r>
            <a:r>
              <a:rPr lang="en-US" sz="2400" dirty="0" smtClean="0"/>
              <a:t>efficiently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Objects </a:t>
            </a:r>
            <a:r>
              <a:rPr lang="en-US" sz="2400" dirty="0"/>
              <a:t>represent single records while arrays represent </a:t>
            </a:r>
            <a:r>
              <a:rPr lang="en-US" sz="2400" dirty="0" smtClean="0"/>
              <a:t>collections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This </a:t>
            </a:r>
            <a:r>
              <a:rPr lang="en-US" sz="2400" dirty="0"/>
              <a:t>combination powers dashboards, forms, and dynamic content</a:t>
            </a:r>
          </a:p>
        </p:txBody>
      </p:sp>
    </p:spTree>
    <p:extLst>
      <p:ext uri="{BB962C8B-B14F-4D97-AF65-F5344CB8AC3E}">
        <p14:creationId xmlns:p14="http://schemas.microsoft.com/office/powerpoint/2010/main" val="1762762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802922" y="2482118"/>
            <a:ext cx="8272732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4400" b="1" dirty="0">
                <a:solidFill>
                  <a:schemeClr val="tx2"/>
                </a:solidFill>
              </a:rPr>
              <a:t>Code example Screen shots from next slide</a:t>
            </a:r>
          </a:p>
        </p:txBody>
      </p:sp>
    </p:spTree>
    <p:extLst>
      <p:ext uri="{BB962C8B-B14F-4D97-AF65-F5344CB8AC3E}">
        <p14:creationId xmlns:p14="http://schemas.microsoft.com/office/powerpoint/2010/main" val="83686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8505" y="144924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Arrays Code &amp; Concept</a:t>
            </a:r>
            <a:endParaRPr lang="en-US" sz="4800" b="1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05" y="1105317"/>
            <a:ext cx="9662203" cy="561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46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3649" y="274320"/>
            <a:ext cx="87472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Objects Code &amp; Concept</a:t>
            </a:r>
            <a:endParaRPr lang="en-US" sz="4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993" y="1321926"/>
            <a:ext cx="9446969" cy="533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85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3649" y="274320"/>
            <a:ext cx="87472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Objects Code &amp; Concept</a:t>
            </a:r>
            <a:endParaRPr lang="en-US" sz="4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48" y="1194019"/>
            <a:ext cx="9569809" cy="548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25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b="1" dirty="0" smtClean="0"/>
              <a:t>Summary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962981"/>
            <a:ext cx="10171529" cy="145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dirty="0"/>
              <a:t>Arrays handle </a:t>
            </a:r>
            <a:r>
              <a:rPr lang="en-US" sz="2400" b="1" dirty="0"/>
              <a:t>multiple </a:t>
            </a:r>
            <a:r>
              <a:rPr lang="en-US" sz="2400" b="1" dirty="0" smtClean="0"/>
              <a:t>items</a:t>
            </a:r>
            <a:r>
              <a:rPr lang="en-US" sz="2400" dirty="0" smtClean="0"/>
              <a:t>,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dirty="0" smtClean="0"/>
              <a:t>Objects </a:t>
            </a:r>
            <a:r>
              <a:rPr lang="en-US" sz="2400" dirty="0"/>
              <a:t>describe </a:t>
            </a:r>
            <a:r>
              <a:rPr lang="en-US" sz="2400" b="1" dirty="0"/>
              <a:t>one item with </a:t>
            </a:r>
            <a:r>
              <a:rPr lang="en-US" sz="2400" b="1" dirty="0" smtClean="0"/>
              <a:t>details</a:t>
            </a:r>
            <a:r>
              <a:rPr lang="en-US" sz="2400" dirty="0" smtClean="0"/>
              <a:t>,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dirty="0" smtClean="0"/>
              <a:t>Together </a:t>
            </a:r>
            <a:r>
              <a:rPr lang="en-US" sz="2400" dirty="0"/>
              <a:t>they form </a:t>
            </a:r>
            <a:r>
              <a:rPr lang="en-US" sz="2400" b="1" dirty="0"/>
              <a:t>real application data</a:t>
            </a:r>
            <a:r>
              <a:rPr lang="en-US" sz="2400" dirty="0"/>
              <a:t>.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57505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1040</TotalTime>
  <Words>506</Words>
  <Application>Microsoft Office PowerPoint</Application>
  <PresentationFormat>Widescreen</PresentationFormat>
  <Paragraphs>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Century Gothic</vt:lpstr>
      <vt:lpstr>Times New Roman</vt:lpstr>
      <vt:lpstr>Wingdings</vt:lpstr>
      <vt:lpstr>Wingdings 3</vt:lpstr>
      <vt:lpstr>Ion</vt:lpstr>
      <vt:lpstr>بِسْمِ ٱللَّهِ ٱلرَّحْمَٰنِ ٱلرَّحِيمِ</vt:lpstr>
      <vt:lpstr>Course: Web Designing</vt:lpstr>
      <vt:lpstr>Instructor: Muhammad Sahil</vt:lpstr>
      <vt:lpstr>Introduction to Arrays &amp; Objects</vt:lpstr>
      <vt:lpstr>  Arrays Fundamentals</vt:lpstr>
      <vt:lpstr>Common Array Methods – push &amp; pop</vt:lpstr>
      <vt:lpstr>Common Array Methods – forEach</vt:lpstr>
      <vt:lpstr>Objects Fundamentals &amp; Structure</vt:lpstr>
      <vt:lpstr>Accessing Object Data</vt:lpstr>
      <vt:lpstr>Working with Real Data</vt:lpstr>
      <vt:lpstr>PowerPoint Presentation</vt:lpstr>
      <vt:lpstr>PowerPoint Presentation</vt:lpstr>
      <vt:lpstr>PowerPoint Presentation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Web Designing</dc:title>
  <dc:creator>Muhammad Sahil</dc:creator>
  <cp:lastModifiedBy>Muhammad Sahil</cp:lastModifiedBy>
  <cp:revision>44</cp:revision>
  <dcterms:created xsi:type="dcterms:W3CDTF">2025-11-16T03:57:59Z</dcterms:created>
  <dcterms:modified xsi:type="dcterms:W3CDTF">2026-01-15T12:46:36Z</dcterms:modified>
</cp:coreProperties>
</file>