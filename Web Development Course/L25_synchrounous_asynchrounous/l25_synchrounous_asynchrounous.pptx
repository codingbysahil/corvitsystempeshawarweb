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79" r:id="rId7"/>
    <p:sldId id="280" r:id="rId8"/>
    <p:sldId id="281" r:id="rId9"/>
    <p:sldId id="290" r:id="rId10"/>
    <p:sldId id="291" r:id="rId11"/>
    <p:sldId id="289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47800"/>
            <a:ext cx="12128739" cy="3329581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class of JS (Java script)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154967" y="589880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Topic : </a:t>
            </a:r>
            <a:r>
              <a:rPr lang="en-US" b="1" dirty="0" err="1" smtClean="0"/>
              <a:t>synchrounous</a:t>
            </a:r>
            <a:r>
              <a:rPr lang="en-US" b="1" dirty="0" smtClean="0"/>
              <a:t> </a:t>
            </a:r>
            <a:r>
              <a:rPr lang="en-US" b="1" dirty="0" err="1" smtClean="0"/>
              <a:t>asynchrounous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3607"/>
          </a:xfrm>
        </p:spPr>
        <p:txBody>
          <a:bodyPr/>
          <a:lstStyle/>
          <a:p>
            <a:pPr algn="ctr"/>
            <a:r>
              <a:rPr lang="en-US" b="1" dirty="0"/>
              <a:t>Instructor: Muhammad Sahil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2061328"/>
            <a:ext cx="101036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 in Computer Science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MERN Stack Developer – E Digital Pakistan (KPITB)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Web Instructor – E Digital Pakistan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Months Web Instructor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Science Teacher –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Alflah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College,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Sarband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 with multiple local client projects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3239" y="5858587"/>
            <a:ext cx="9404723" cy="7636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/>
              <a:t>Full Stack / MERN Stack Web Developer | Web Instructor</a:t>
            </a:r>
          </a:p>
        </p:txBody>
      </p:sp>
    </p:spTree>
    <p:extLst>
      <p:ext uri="{BB962C8B-B14F-4D97-AF65-F5344CB8AC3E}">
        <p14:creationId xmlns:p14="http://schemas.microsoft.com/office/powerpoint/2010/main" val="6997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56546" y="1402675"/>
            <a:ext cx="8627400" cy="399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 smtClean="0"/>
              <a:t>Asynchronous JavaScript </a:t>
            </a:r>
          </a:p>
          <a:p>
            <a:endParaRPr lang="en-US" sz="4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JavaScript is single-threaded, meaning it can do one thing at a </a:t>
            </a:r>
            <a:r>
              <a:rPr lang="en-US" sz="2400" dirty="0" smtClean="0"/>
              <a:t>time.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To </a:t>
            </a:r>
            <a:r>
              <a:rPr lang="en-US" sz="2400" dirty="0"/>
              <a:t>handle long tasks efficiently, JavaScript uses asynchronous </a:t>
            </a:r>
            <a:r>
              <a:rPr lang="en-US" sz="2400" dirty="0" smtClean="0"/>
              <a:t>programming.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Asynchronous </a:t>
            </a:r>
            <a:r>
              <a:rPr lang="en-US" sz="2400" dirty="0"/>
              <a:t>JavaScript allows tasks to run without blocking the program.</a:t>
            </a:r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811359"/>
            <a:ext cx="9114461" cy="543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/>
              <a:t>SYNCHRONOUS VS ASYNCHRONOUS</a:t>
            </a:r>
          </a:p>
          <a:p>
            <a:endParaRPr lang="en-US" sz="4000" b="1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b="1" dirty="0" smtClean="0"/>
              <a:t>Synchronous</a:t>
            </a:r>
            <a:endParaRPr lang="en-US" sz="2400" b="1" dirty="0"/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400" dirty="0"/>
              <a:t>Tasks are executed </a:t>
            </a:r>
            <a:r>
              <a:rPr lang="en-US" sz="2400" b="1" dirty="0"/>
              <a:t>one after </a:t>
            </a:r>
            <a:r>
              <a:rPr lang="en-US" sz="2400" b="1" dirty="0" smtClean="0"/>
              <a:t>another</a:t>
            </a:r>
            <a:r>
              <a:rPr lang="en-US" sz="2400" dirty="0" smtClean="0"/>
              <a:t>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400" dirty="0" smtClean="0"/>
              <a:t>Each </a:t>
            </a:r>
            <a:r>
              <a:rPr lang="en-US" sz="2400" dirty="0"/>
              <a:t>task must finish before the next </a:t>
            </a:r>
            <a:r>
              <a:rPr lang="en-US" sz="2400" dirty="0" smtClean="0"/>
              <a:t>starts.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400" dirty="0" smtClean="0"/>
              <a:t>If </a:t>
            </a:r>
            <a:r>
              <a:rPr lang="en-US" sz="2400" dirty="0"/>
              <a:t>one task is slow, everything waits.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400" dirty="0"/>
              <a:t>Real-life </a:t>
            </a:r>
            <a:r>
              <a:rPr lang="en-US" sz="2400" dirty="0" smtClean="0"/>
              <a:t>idea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dirty="0" smtClean="0"/>
              <a:t>One </a:t>
            </a:r>
            <a:r>
              <a:rPr lang="en-US" sz="2400" dirty="0"/>
              <a:t>counter, one customer at a time.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400" dirty="0" smtClean="0"/>
              <a:t>Problem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dirty="0" smtClean="0"/>
              <a:t>Poor </a:t>
            </a:r>
            <a:r>
              <a:rPr lang="en-US" sz="2400" dirty="0"/>
              <a:t>performance and frozen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857523"/>
            <a:ext cx="9213997" cy="5339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/>
              <a:t>SYNCHRONOUS VS ASYNCHRONOUS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 smtClean="0"/>
              <a:t>Asynchronous</a:t>
            </a:r>
            <a:endParaRPr lang="en-US" sz="2400" b="1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/>
              <a:t>Long tasks run in the </a:t>
            </a:r>
            <a:r>
              <a:rPr lang="en-US" sz="2400" dirty="0" smtClean="0"/>
              <a:t>background.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program continues executing other </a:t>
            </a:r>
            <a:r>
              <a:rPr lang="en-US" sz="2400" dirty="0" smtClean="0"/>
              <a:t>tasks.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Results </a:t>
            </a:r>
            <a:r>
              <a:rPr lang="en-US" sz="2400" dirty="0"/>
              <a:t>are handled later.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/>
              <a:t>Real-life </a:t>
            </a:r>
            <a:r>
              <a:rPr lang="en-US" sz="2400" dirty="0" smtClean="0"/>
              <a:t>idea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You </a:t>
            </a:r>
            <a:r>
              <a:rPr lang="en-US" sz="2400" dirty="0"/>
              <a:t>order food and continue talking while it is prepared.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Benefit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Fast </a:t>
            </a:r>
            <a:r>
              <a:rPr lang="en-US" sz="2400" dirty="0"/>
              <a:t>and responsive applications.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8122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139651"/>
            <a:ext cx="9170865" cy="4775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/>
            <a:r>
              <a:rPr lang="en-US" altLang="en-US" sz="3200" b="1" u="sng" dirty="0" err="1"/>
              <a:t>setTimeout</a:t>
            </a:r>
            <a:endParaRPr lang="en-US" altLang="en-US" sz="3200" b="1" u="sng" dirty="0"/>
          </a:p>
          <a:p>
            <a:pPr lvl="0" fontAlgn="base"/>
            <a:endParaRPr lang="en-US" altLang="en-US" sz="2400" b="1" u="sng" dirty="0"/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err="1">
                <a:latin typeface="Arial Unicode MS" panose="020B0604020202020204" pitchFamily="34" charset="-128"/>
              </a:rPr>
              <a:t>setTimeout</a:t>
            </a:r>
            <a:r>
              <a:rPr lang="en-US" altLang="en-US" sz="2400" dirty="0"/>
              <a:t> is used to </a:t>
            </a:r>
            <a:r>
              <a:rPr lang="en-US" altLang="en-US" sz="2400" b="1" dirty="0">
                <a:latin typeface="Arial" panose="020B0604020202020204" pitchFamily="34" charset="0"/>
              </a:rPr>
              <a:t>delay execution</a:t>
            </a:r>
            <a:r>
              <a:rPr lang="en-US" altLang="en-US" sz="2400" dirty="0">
                <a:latin typeface="Arial" panose="020B0604020202020204" pitchFamily="34" charset="0"/>
              </a:rPr>
              <a:t> of a </a:t>
            </a:r>
            <a:r>
              <a:rPr lang="en-US" altLang="en-US" sz="2400" dirty="0" smtClean="0">
                <a:latin typeface="Arial" panose="020B0604020202020204" pitchFamily="34" charset="0"/>
              </a:rPr>
              <a:t>task.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" panose="020B0604020202020204" pitchFamily="34" charset="0"/>
              </a:rPr>
              <a:t>It </a:t>
            </a:r>
            <a:r>
              <a:rPr lang="en-US" altLang="en-US" sz="2400" dirty="0">
                <a:latin typeface="Arial" panose="020B0604020202020204" pitchFamily="34" charset="0"/>
              </a:rPr>
              <a:t>does not stop the </a:t>
            </a:r>
            <a:r>
              <a:rPr lang="en-US" altLang="en-US" sz="2400" dirty="0" smtClean="0">
                <a:latin typeface="Arial" panose="020B0604020202020204" pitchFamily="34" charset="0"/>
              </a:rPr>
              <a:t>program.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" panose="020B0604020202020204" pitchFamily="34" charset="0"/>
              </a:rPr>
              <a:t>It </a:t>
            </a:r>
            <a:r>
              <a:rPr lang="en-US" altLang="en-US" sz="2400" dirty="0">
                <a:latin typeface="Arial" panose="020B0604020202020204" pitchFamily="34" charset="0"/>
              </a:rPr>
              <a:t>schedules a task to run </a:t>
            </a:r>
            <a:r>
              <a:rPr lang="en-US" altLang="en-US" sz="2400" b="1" dirty="0">
                <a:latin typeface="Arial" panose="020B0604020202020204" pitchFamily="34" charset="0"/>
              </a:rPr>
              <a:t>after some time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Used </a:t>
            </a:r>
            <a:r>
              <a:rPr lang="en-US" altLang="en-US" sz="2400" dirty="0" smtClean="0">
                <a:latin typeface="Arial" panose="020B0604020202020204" pitchFamily="34" charset="0"/>
              </a:rPr>
              <a:t>for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Delays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Notifications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Animations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Waiting </a:t>
            </a:r>
            <a:r>
              <a:rPr lang="en-US" altLang="en-US" sz="2400" dirty="0">
                <a:latin typeface="Arial" panose="020B0604020202020204" pitchFamily="34" charset="0"/>
              </a:rPr>
              <a:t>before actions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Real-life </a:t>
            </a:r>
            <a:r>
              <a:rPr lang="en-US" altLang="en-US" sz="2400" dirty="0" smtClean="0">
                <a:latin typeface="Arial" panose="020B0604020202020204" pitchFamily="34" charset="0"/>
              </a:rPr>
              <a:t>idea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Setting </a:t>
            </a:r>
            <a:r>
              <a:rPr lang="en-US" altLang="en-US" sz="2400" dirty="0">
                <a:latin typeface="Arial" panose="020B0604020202020204" pitchFamily="34" charset="0"/>
              </a:rPr>
              <a:t>an alarm for later.</a:t>
            </a:r>
          </a:p>
        </p:txBody>
      </p:sp>
    </p:spTree>
    <p:extLst>
      <p:ext uri="{BB962C8B-B14F-4D97-AF65-F5344CB8AC3E}">
        <p14:creationId xmlns:p14="http://schemas.microsoft.com/office/powerpoint/2010/main" val="40484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94264" y="1985302"/>
            <a:ext cx="9265755" cy="4067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/>
            <a:r>
              <a:rPr lang="en-US" altLang="en-US" sz="3200" b="1" u="sng" dirty="0" err="1" smtClean="0"/>
              <a:t>setInterval</a:t>
            </a:r>
            <a:endParaRPr lang="en-US" altLang="en-US" sz="3200" b="1" u="sng" dirty="0" smtClean="0"/>
          </a:p>
          <a:p>
            <a:pPr lvl="0" fontAlgn="base"/>
            <a:endParaRPr lang="en-US" altLang="en-US" sz="3200" b="1" u="sng" dirty="0"/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 Unicode MS" panose="020B0604020202020204" pitchFamily="34" charset="-128"/>
              </a:rPr>
              <a:t> </a:t>
            </a:r>
            <a:r>
              <a:rPr lang="en-US" altLang="en-US" sz="2400" dirty="0" err="1" smtClean="0">
                <a:latin typeface="Arial Unicode MS" panose="020B0604020202020204" pitchFamily="34" charset="-128"/>
              </a:rPr>
              <a:t>setInterval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is used to </a:t>
            </a:r>
            <a:r>
              <a:rPr lang="en-US" altLang="en-US" sz="2400" b="1" dirty="0">
                <a:latin typeface="Arial" panose="020B0604020202020204" pitchFamily="34" charset="0"/>
              </a:rPr>
              <a:t>repeat a task</a:t>
            </a:r>
            <a:r>
              <a:rPr lang="en-US" altLang="en-US" sz="2400" dirty="0">
                <a:latin typeface="Arial" panose="020B0604020202020204" pitchFamily="34" charset="0"/>
              </a:rPr>
              <a:t> after fixed intervals.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The task keeps running until stopped.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Used </a:t>
            </a:r>
            <a:r>
              <a:rPr lang="en-US" altLang="en-US" sz="2400" dirty="0" smtClean="0">
                <a:latin typeface="Arial" panose="020B0604020202020204" pitchFamily="34" charset="0"/>
              </a:rPr>
              <a:t>for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 smtClean="0">
                <a:latin typeface="Arial" panose="020B0604020202020204" pitchFamily="34" charset="0"/>
              </a:rPr>
              <a:t>Clocks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 smtClean="0">
                <a:latin typeface="Arial" panose="020B0604020202020204" pitchFamily="34" charset="0"/>
              </a:rPr>
              <a:t>Live updates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 smtClean="0">
                <a:latin typeface="Arial" panose="020B0604020202020204" pitchFamily="34" charset="0"/>
              </a:rPr>
              <a:t>Auto-refresh </a:t>
            </a:r>
            <a:r>
              <a:rPr lang="en-US" altLang="en-US" sz="2200" dirty="0">
                <a:latin typeface="Arial" panose="020B0604020202020204" pitchFamily="34" charset="0"/>
              </a:rPr>
              <a:t>systems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Real-life </a:t>
            </a:r>
            <a:r>
              <a:rPr lang="en-US" altLang="en-US" sz="2400" dirty="0" smtClean="0">
                <a:latin typeface="Arial" panose="020B0604020202020204" pitchFamily="34" charset="0"/>
              </a:rPr>
              <a:t>idea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 smtClean="0">
                <a:latin typeface="Arial" panose="020B0604020202020204" pitchFamily="34" charset="0"/>
              </a:rPr>
              <a:t>A </a:t>
            </a:r>
            <a:r>
              <a:rPr lang="en-US" altLang="en-US" sz="2200" dirty="0">
                <a:latin typeface="Arial" panose="020B0604020202020204" pitchFamily="34" charset="0"/>
              </a:rPr>
              <a:t>wall clock ticking every second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446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016931" y="206534"/>
            <a:ext cx="9006963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/>
              <a:t>Why Asynchronous Code is </a:t>
            </a:r>
            <a:r>
              <a:rPr lang="en-US" sz="3200" b="1" u="sng" dirty="0"/>
              <a:t>Important ?</a:t>
            </a:r>
            <a:endParaRPr lang="en-US" sz="3200" b="1" u="sng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Web applications deal </a:t>
            </a:r>
            <a:r>
              <a:rPr lang="en-US" sz="2400" dirty="0" smtClean="0"/>
              <a:t>with 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Network requests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User input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Timers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File </a:t>
            </a:r>
            <a:r>
              <a:rPr lang="en-US" sz="2400" dirty="0"/>
              <a:t>loading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If JavaScript waited for each </a:t>
            </a:r>
            <a:r>
              <a:rPr lang="en-US" sz="2400" dirty="0" smtClean="0"/>
              <a:t>task 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page would </a:t>
            </a:r>
            <a:r>
              <a:rPr lang="en-US" sz="2400" dirty="0" smtClean="0"/>
              <a:t>freeze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User </a:t>
            </a:r>
            <a:r>
              <a:rPr lang="en-US" sz="2400" dirty="0"/>
              <a:t>experience would break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Asynchronous code keeps </a:t>
            </a:r>
            <a:r>
              <a:rPr lang="en-US" sz="2400" dirty="0" smtClean="0"/>
              <a:t>applications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Fast	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Responsive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User-friendly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916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37702" y="420814"/>
            <a:ext cx="9006963" cy="6058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u="sng" dirty="0" err="1"/>
              <a:t>Async</a:t>
            </a:r>
            <a:r>
              <a:rPr lang="en-US" sz="2800" b="1" u="sng" dirty="0"/>
              <a:t> / Await (Modern Asynchronous JavaScript</a:t>
            </a:r>
            <a:r>
              <a:rPr lang="en-US" sz="2800" b="1" u="sng" dirty="0" smtClean="0"/>
              <a:t>)</a:t>
            </a:r>
          </a:p>
          <a:p>
            <a:endParaRPr lang="en-US" sz="2800" b="1" u="sng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err="1"/>
              <a:t>Async</a:t>
            </a:r>
            <a:r>
              <a:rPr lang="en-US" sz="2400" dirty="0"/>
              <a:t>/await is a </a:t>
            </a:r>
            <a:r>
              <a:rPr lang="en-US" sz="2400" b="1" dirty="0"/>
              <a:t>clean way</a:t>
            </a:r>
            <a:r>
              <a:rPr lang="en-US" sz="2400" dirty="0"/>
              <a:t> to write asynchronous code.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It makes </a:t>
            </a:r>
            <a:r>
              <a:rPr lang="en-US" sz="2400" dirty="0" err="1"/>
              <a:t>async</a:t>
            </a:r>
            <a:r>
              <a:rPr lang="en-US" sz="2400" dirty="0"/>
              <a:t> code look </a:t>
            </a:r>
            <a:r>
              <a:rPr lang="en-US" sz="2400" b="1" dirty="0" smtClean="0"/>
              <a:t>synchronous</a:t>
            </a:r>
            <a:r>
              <a:rPr lang="en-US" sz="2400" dirty="0" smtClean="0"/>
              <a:t>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But </a:t>
            </a:r>
            <a:r>
              <a:rPr lang="en-US" sz="2400" dirty="0"/>
              <a:t>it does not block the program.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Key </a:t>
            </a:r>
            <a:r>
              <a:rPr lang="en-US" sz="2400" dirty="0" smtClean="0"/>
              <a:t>idea 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JavaScript </a:t>
            </a:r>
            <a:r>
              <a:rPr lang="en-US" sz="2400" dirty="0"/>
              <a:t>waits for a </a:t>
            </a:r>
            <a:r>
              <a:rPr lang="en-US" sz="2400" dirty="0" smtClean="0"/>
              <a:t>result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But </a:t>
            </a:r>
            <a:r>
              <a:rPr lang="en-US" sz="2400" dirty="0"/>
              <a:t>only inside that function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Benefits 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Readable code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Easy </a:t>
            </a:r>
            <a:r>
              <a:rPr lang="en-US" sz="2400" dirty="0"/>
              <a:t>logic </a:t>
            </a:r>
            <a:r>
              <a:rPr lang="en-US" sz="2400" dirty="0" smtClean="0"/>
              <a:t>flow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Better </a:t>
            </a:r>
            <a:r>
              <a:rPr lang="en-US" sz="2400" dirty="0"/>
              <a:t>error handling</a:t>
            </a:r>
          </a:p>
        </p:txBody>
      </p:sp>
    </p:spTree>
    <p:extLst>
      <p:ext uri="{BB962C8B-B14F-4D97-AF65-F5344CB8AC3E}">
        <p14:creationId xmlns:p14="http://schemas.microsoft.com/office/powerpoint/2010/main" val="176276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802922" y="2820672"/>
            <a:ext cx="827273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4400" b="1" dirty="0" smtClean="0">
                <a:solidFill>
                  <a:schemeClr val="tx2"/>
                </a:solidFill>
              </a:rPr>
              <a:t>Any question ?</a:t>
            </a:r>
            <a:endParaRPr lang="en-US" sz="4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86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465410"/>
            <a:ext cx="10171529" cy="245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/>
              <a:t>Synchronous blocks </a:t>
            </a:r>
            <a:r>
              <a:rPr lang="en-US" sz="2400" dirty="0" smtClean="0"/>
              <a:t>execution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Asynchronous </a:t>
            </a:r>
            <a:r>
              <a:rPr lang="en-US" sz="2400" dirty="0"/>
              <a:t>allows </a:t>
            </a:r>
            <a:r>
              <a:rPr lang="en-US" sz="2400" dirty="0" smtClean="0"/>
              <a:t>multitasking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err="1" smtClean="0"/>
              <a:t>setTimeout</a:t>
            </a:r>
            <a:r>
              <a:rPr lang="en-US" sz="2400" dirty="0" smtClean="0"/>
              <a:t> </a:t>
            </a:r>
            <a:r>
              <a:rPr lang="en-US" sz="2400" dirty="0"/>
              <a:t>delays </a:t>
            </a:r>
            <a:r>
              <a:rPr lang="en-US" sz="2400" dirty="0" smtClean="0"/>
              <a:t>once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err="1" smtClean="0"/>
              <a:t>setInterval</a:t>
            </a:r>
            <a:r>
              <a:rPr lang="en-US" sz="2400" dirty="0" smtClean="0"/>
              <a:t> </a:t>
            </a:r>
            <a:r>
              <a:rPr lang="en-US" sz="2400"/>
              <a:t>repeats </a:t>
            </a:r>
            <a:r>
              <a:rPr lang="en-US" sz="2400" smtClean="0"/>
              <a:t>tasks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smtClean="0"/>
              <a:t>Async</a:t>
            </a:r>
            <a:r>
              <a:rPr lang="en-US" sz="2400" dirty="0" smtClean="0"/>
              <a:t>/await </a:t>
            </a:r>
            <a:r>
              <a:rPr lang="en-US" sz="2400" dirty="0"/>
              <a:t>simplifies </a:t>
            </a:r>
            <a:r>
              <a:rPr lang="en-US" sz="2400" dirty="0" err="1"/>
              <a:t>async</a:t>
            </a:r>
            <a:r>
              <a:rPr lang="en-US" sz="2400" dirty="0"/>
              <a:t> logic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7505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1063</TotalTime>
  <Words>420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 Unicode MS</vt:lpstr>
      <vt:lpstr>Arial</vt:lpstr>
      <vt:lpstr>Century Gothic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Instructor: Muhammad Sahil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48</cp:revision>
  <dcterms:created xsi:type="dcterms:W3CDTF">2025-11-16T03:57:59Z</dcterms:created>
  <dcterms:modified xsi:type="dcterms:W3CDTF">2026-01-18T04:02:04Z</dcterms:modified>
</cp:coreProperties>
</file>