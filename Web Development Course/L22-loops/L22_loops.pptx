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79" r:id="rId7"/>
    <p:sldId id="280" r:id="rId8"/>
    <p:sldId id="281" r:id="rId9"/>
    <p:sldId id="290" r:id="rId10"/>
    <p:sldId id="289" r:id="rId11"/>
    <p:sldId id="270" r:id="rId12"/>
    <p:sldId id="283" r:id="rId13"/>
    <p:sldId id="284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447800"/>
            <a:ext cx="12128739" cy="3329581"/>
          </a:xfrm>
        </p:spPr>
        <p:txBody>
          <a:bodyPr/>
          <a:lstStyle/>
          <a:p>
            <a:pPr algn="ctr"/>
            <a:r>
              <a:rPr lang="ur-PK" sz="9600" dirty="0"/>
              <a:t>بِسْمِ ٱللَّهِ ٱلرَّحْمَٰنِ ٱلرَّحِيمِ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309245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1" dirty="0"/>
              <a:t>Course: Web Designing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36805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Institute: Corvit Systems Peshawar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60709" y="5145438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Duration: 3-Month Web Designing &amp; Development Course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166465" y="5530746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 smtClean="0"/>
              <a:t>4</a:t>
            </a:r>
            <a:r>
              <a:rPr lang="en-US" b="1" baseline="30000" dirty="0" smtClean="0"/>
              <a:t>th</a:t>
            </a:r>
            <a:r>
              <a:rPr lang="en-US" b="1" dirty="0" smtClean="0"/>
              <a:t>  class of JS (Java script)</a:t>
            </a:r>
            <a:endParaRPr lang="en-US" b="1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154967" y="5898808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 smtClean="0"/>
              <a:t>Topic : Loops (for, while, Do while) loops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1794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3607"/>
          </a:xfrm>
        </p:spPr>
        <p:txBody>
          <a:bodyPr/>
          <a:lstStyle/>
          <a:p>
            <a:pPr algn="ctr"/>
            <a:r>
              <a:rPr lang="en-US" b="1" dirty="0"/>
              <a:t>Instructor: Muhammad Sahil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03312" y="2061328"/>
            <a:ext cx="1010366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BS in Computer Science – University of Peshawar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Year MERN Stack Developer – E Digital Pakistan (KPITB)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Year Web Instructor – E Digital Pakistan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 Months Web Instructor – University of Peshawar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Science Teacher –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Alflah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College,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Sarband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Experience with multiple local client projects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3239" y="5858587"/>
            <a:ext cx="9404723" cy="7636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b="1" dirty="0"/>
              <a:t>Full Stack / MERN Stack Web Developer | Web Instructor</a:t>
            </a:r>
          </a:p>
        </p:txBody>
      </p:sp>
    </p:spTree>
    <p:extLst>
      <p:ext uri="{BB962C8B-B14F-4D97-AF65-F5344CB8AC3E}">
        <p14:creationId xmlns:p14="http://schemas.microsoft.com/office/powerpoint/2010/main" val="69972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10705"/>
            <a:ext cx="8825659" cy="1036608"/>
          </a:xfrm>
        </p:spPr>
        <p:txBody>
          <a:bodyPr/>
          <a:lstStyle/>
          <a:p>
            <a:r>
              <a:rPr lang="en-US" sz="4000" b="1" dirty="0"/>
              <a:t>What Are Loops in Programming?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982426" y="2161578"/>
            <a:ext cx="8627400" cy="3559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Loops </a:t>
            </a:r>
            <a:r>
              <a:rPr lang="en-US" sz="2400" dirty="0"/>
              <a:t>are used to execute the same block of code multiple </a:t>
            </a:r>
            <a:r>
              <a:rPr lang="en-US" sz="2400" dirty="0" smtClean="0"/>
              <a:t>times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They </a:t>
            </a:r>
            <a:r>
              <a:rPr lang="en-US" sz="2400" dirty="0"/>
              <a:t>are essential for handling collections of data and repeated </a:t>
            </a:r>
            <a:r>
              <a:rPr lang="en-US" sz="2400" dirty="0" smtClean="0"/>
              <a:t>tasks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Loops </a:t>
            </a:r>
            <a:r>
              <a:rPr lang="en-US" sz="2400" dirty="0"/>
              <a:t>reduce redundancy and improve </a:t>
            </a:r>
            <a:r>
              <a:rPr lang="en-US" sz="2400" dirty="0" smtClean="0"/>
              <a:t>performance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Almost </a:t>
            </a:r>
            <a:r>
              <a:rPr lang="en-US" sz="2400" dirty="0"/>
              <a:t>every real software system depends on </a:t>
            </a:r>
            <a:r>
              <a:rPr lang="en-US" sz="2400" dirty="0" smtClean="0"/>
              <a:t>loops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Without </a:t>
            </a:r>
            <a:r>
              <a:rPr lang="en-US" sz="2400" dirty="0"/>
              <a:t>loops, automation in programming is not possible</a:t>
            </a:r>
          </a:p>
        </p:txBody>
      </p:sp>
    </p:spTree>
    <p:extLst>
      <p:ext uri="{BB962C8B-B14F-4D97-AF65-F5344CB8AC3E}">
        <p14:creationId xmlns:p14="http://schemas.microsoft.com/office/powerpoint/2010/main" val="3126132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826" y="127958"/>
            <a:ext cx="11628408" cy="1174630"/>
          </a:xfrm>
        </p:spPr>
        <p:txBody>
          <a:bodyPr/>
          <a:lstStyle/>
          <a:p>
            <a:r>
              <a:rPr lang="en-US" sz="4000" b="1" dirty="0"/>
              <a:t>for Loop – Fixed and Predictable Tasks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116841"/>
            <a:ext cx="9114461" cy="2821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Used </a:t>
            </a:r>
            <a:r>
              <a:rPr lang="en-US" sz="2400" dirty="0"/>
              <a:t>when the number of iterations is known in </a:t>
            </a:r>
            <a:r>
              <a:rPr lang="en-US" sz="2400" dirty="0" smtClean="0"/>
              <a:t>advance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Commonly </a:t>
            </a:r>
            <a:r>
              <a:rPr lang="en-US" sz="2400" dirty="0"/>
              <a:t>used to traverse arrays with a known </a:t>
            </a:r>
            <a:r>
              <a:rPr lang="en-US" sz="2400" dirty="0" smtClean="0"/>
              <a:t>length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Ideal </a:t>
            </a:r>
            <a:r>
              <a:rPr lang="en-US" sz="2400" dirty="0"/>
              <a:t>for processing records with fixed </a:t>
            </a:r>
            <a:r>
              <a:rPr lang="en-US" sz="2400" dirty="0" smtClean="0"/>
              <a:t>limits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Used </a:t>
            </a:r>
            <a:r>
              <a:rPr lang="en-US" sz="2400" dirty="0"/>
              <a:t>in generating reports, tables, and </a:t>
            </a:r>
            <a:r>
              <a:rPr lang="en-US" sz="2400" dirty="0" smtClean="0"/>
              <a:t>indexes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Example </a:t>
            </a:r>
            <a:r>
              <a:rPr lang="en-US" sz="2400" dirty="0"/>
              <a:t>use case: processing 100 database records fetched at once</a:t>
            </a:r>
          </a:p>
        </p:txBody>
      </p:sp>
    </p:spTree>
    <p:extLst>
      <p:ext uri="{BB962C8B-B14F-4D97-AF65-F5344CB8AC3E}">
        <p14:creationId xmlns:p14="http://schemas.microsoft.com/office/powerpoint/2010/main" val="2980408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4950" y="162464"/>
            <a:ext cx="9144001" cy="1174630"/>
          </a:xfrm>
        </p:spPr>
        <p:txBody>
          <a:bodyPr/>
          <a:lstStyle/>
          <a:p>
            <a:r>
              <a:rPr lang="en-US" sz="3600" b="1" dirty="0"/>
              <a:t>while Loop – Condition-Driven Execution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932174"/>
            <a:ext cx="9213997" cy="3190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Used </a:t>
            </a:r>
            <a:r>
              <a:rPr lang="en-US" sz="2400" dirty="0"/>
              <a:t>when the number of iterations is not known </a:t>
            </a:r>
            <a:r>
              <a:rPr lang="en-US" sz="2400" dirty="0" smtClean="0"/>
              <a:t>beforehand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The </a:t>
            </a:r>
            <a:r>
              <a:rPr lang="en-US" sz="2400" dirty="0"/>
              <a:t>loop continues as long as a condition remains </a:t>
            </a:r>
            <a:r>
              <a:rPr lang="en-US" sz="2400" dirty="0" smtClean="0"/>
              <a:t>true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Common </a:t>
            </a:r>
            <a:r>
              <a:rPr lang="en-US" sz="2400" dirty="0"/>
              <a:t>in input validation and background </a:t>
            </a:r>
            <a:r>
              <a:rPr lang="en-US" sz="2400" dirty="0" smtClean="0"/>
              <a:t>processes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If </a:t>
            </a:r>
            <a:r>
              <a:rPr lang="en-US" sz="2400" dirty="0"/>
              <a:t>the condition is false initially, the loop does not </a:t>
            </a:r>
            <a:r>
              <a:rPr lang="en-US" sz="2400" dirty="0" smtClean="0"/>
              <a:t>execute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Example </a:t>
            </a:r>
            <a:r>
              <a:rPr lang="en-US" sz="2400" dirty="0"/>
              <a:t>use case: keep reading user input until valid data is entered</a:t>
            </a:r>
          </a:p>
        </p:txBody>
      </p:sp>
    </p:spTree>
    <p:extLst>
      <p:ext uri="{BB962C8B-B14F-4D97-AF65-F5344CB8AC3E}">
        <p14:creationId xmlns:p14="http://schemas.microsoft.com/office/powerpoint/2010/main" val="1681227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28" y="162464"/>
            <a:ext cx="9049110" cy="1174630"/>
          </a:xfrm>
        </p:spPr>
        <p:txBody>
          <a:bodyPr/>
          <a:lstStyle/>
          <a:p>
            <a:r>
              <a:rPr lang="en-US" sz="3600" b="1" dirty="0" smtClean="0"/>
              <a:t>do…while Loop – Mandatory First Execution</a:t>
            </a:r>
            <a:endParaRPr lang="en-US" sz="36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116839"/>
            <a:ext cx="9170865" cy="2821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Used </a:t>
            </a:r>
            <a:r>
              <a:rPr lang="en-US" sz="2400" dirty="0"/>
              <a:t>when at least one execution is </a:t>
            </a:r>
            <a:r>
              <a:rPr lang="en-US" sz="2400" dirty="0" smtClean="0"/>
              <a:t>required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Condition </a:t>
            </a:r>
            <a:r>
              <a:rPr lang="en-US" sz="2400" dirty="0"/>
              <a:t>is checked after executing the loop </a:t>
            </a:r>
            <a:r>
              <a:rPr lang="en-US" sz="2400" dirty="0" smtClean="0"/>
              <a:t>body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Ensures </a:t>
            </a:r>
            <a:r>
              <a:rPr lang="en-US" sz="2400" dirty="0"/>
              <a:t>minimum one run regardless of </a:t>
            </a:r>
            <a:r>
              <a:rPr lang="en-US" sz="2400" dirty="0" smtClean="0"/>
              <a:t>condition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Useful </a:t>
            </a:r>
            <a:r>
              <a:rPr lang="en-US" sz="2400" dirty="0"/>
              <a:t>in user interaction and menu-based </a:t>
            </a:r>
            <a:r>
              <a:rPr lang="en-US" sz="2400" dirty="0" smtClean="0"/>
              <a:t>systems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Example </a:t>
            </a:r>
            <a:r>
              <a:rPr lang="en-US" sz="2400" dirty="0"/>
              <a:t>use case: show a menu once before checking user choice</a:t>
            </a:r>
          </a:p>
        </p:txBody>
      </p:sp>
    </p:spTree>
    <p:extLst>
      <p:ext uri="{BB962C8B-B14F-4D97-AF65-F5344CB8AC3E}">
        <p14:creationId xmlns:p14="http://schemas.microsoft.com/office/powerpoint/2010/main" val="404847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3576" y="162464"/>
            <a:ext cx="9187133" cy="1174630"/>
          </a:xfrm>
        </p:spPr>
        <p:txBody>
          <a:bodyPr/>
          <a:lstStyle/>
          <a:p>
            <a:r>
              <a:rPr lang="en-US" b="1" dirty="0"/>
              <a:t>Why for Loop Alone Is Not Enough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94264" y="2054550"/>
            <a:ext cx="9265755" cy="3929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for </a:t>
            </a:r>
            <a:r>
              <a:rPr lang="en-US" sz="2400" dirty="0"/>
              <a:t>loop requires a predefined start and </a:t>
            </a:r>
            <a:r>
              <a:rPr lang="en-US" sz="2400" dirty="0" smtClean="0"/>
              <a:t>end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Many </a:t>
            </a:r>
            <a:r>
              <a:rPr lang="en-US" sz="2400" dirty="0"/>
              <a:t>programming problems do not have fixed iteration </a:t>
            </a:r>
            <a:r>
              <a:rPr lang="en-US" sz="2400" dirty="0" smtClean="0"/>
              <a:t>counts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Condition-based </a:t>
            </a:r>
            <a:r>
              <a:rPr lang="en-US" sz="2400" dirty="0"/>
              <a:t>logic cannot be naturally expressed using for </a:t>
            </a:r>
            <a:r>
              <a:rPr lang="en-US" sz="2400" dirty="0" smtClean="0"/>
              <a:t>loops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Using </a:t>
            </a:r>
            <a:r>
              <a:rPr lang="en-US" sz="2400" dirty="0"/>
              <a:t>for loop in such cases makes code complex and </a:t>
            </a:r>
            <a:r>
              <a:rPr lang="en-US" sz="2400" dirty="0" smtClean="0"/>
              <a:t>unreadable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Different </a:t>
            </a:r>
            <a:r>
              <a:rPr lang="en-US" sz="2400" dirty="0"/>
              <a:t>loop types exist to match different program behaviors</a:t>
            </a:r>
          </a:p>
        </p:txBody>
      </p:sp>
    </p:spTree>
    <p:extLst>
      <p:ext uri="{BB962C8B-B14F-4D97-AF65-F5344CB8AC3E}">
        <p14:creationId xmlns:p14="http://schemas.microsoft.com/office/powerpoint/2010/main" val="315446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9265755" cy="1174630"/>
          </a:xfrm>
        </p:spPr>
        <p:txBody>
          <a:bodyPr/>
          <a:lstStyle/>
          <a:p>
            <a:r>
              <a:rPr lang="en-US" b="1" dirty="0"/>
              <a:t>Practical Programming Comparison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277232"/>
            <a:ext cx="9006963" cy="3190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for </a:t>
            </a:r>
            <a:r>
              <a:rPr lang="en-US" sz="2400" dirty="0"/>
              <a:t>loop is used for array processing and indexed </a:t>
            </a:r>
            <a:r>
              <a:rPr lang="en-US" sz="2400" dirty="0" smtClean="0"/>
              <a:t>data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while </a:t>
            </a:r>
            <a:r>
              <a:rPr lang="en-US" sz="2400" dirty="0"/>
              <a:t>loop is used for validation and continuous </a:t>
            </a:r>
            <a:r>
              <a:rPr lang="en-US" sz="2400" dirty="0" smtClean="0"/>
              <a:t>checks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do…while </a:t>
            </a:r>
            <a:r>
              <a:rPr lang="en-US" sz="2400" dirty="0"/>
              <a:t>loop is used for menus, retries, and </a:t>
            </a:r>
            <a:r>
              <a:rPr lang="en-US" sz="2400" dirty="0" smtClean="0"/>
              <a:t>confirmations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Each </a:t>
            </a:r>
            <a:r>
              <a:rPr lang="en-US" sz="2400" dirty="0"/>
              <a:t>loop matches a specific control-flow </a:t>
            </a:r>
            <a:r>
              <a:rPr lang="en-US" sz="2400" dirty="0" smtClean="0"/>
              <a:t>requirement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Choosing </a:t>
            </a:r>
            <a:r>
              <a:rPr lang="en-US" sz="2400" dirty="0"/>
              <a:t>the correct loop improves code clarity and reliability</a:t>
            </a:r>
          </a:p>
        </p:txBody>
      </p:sp>
    </p:spTree>
    <p:extLst>
      <p:ext uri="{BB962C8B-B14F-4D97-AF65-F5344CB8AC3E}">
        <p14:creationId xmlns:p14="http://schemas.microsoft.com/office/powerpoint/2010/main" val="77916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802922" y="2482118"/>
            <a:ext cx="8272732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4400" b="1" dirty="0">
                <a:solidFill>
                  <a:schemeClr val="tx2"/>
                </a:solidFill>
              </a:rPr>
              <a:t>Code example Screen shots from next slide</a:t>
            </a:r>
          </a:p>
        </p:txBody>
      </p:sp>
    </p:spTree>
    <p:extLst>
      <p:ext uri="{BB962C8B-B14F-4D97-AF65-F5344CB8AC3E}">
        <p14:creationId xmlns:p14="http://schemas.microsoft.com/office/powerpoint/2010/main" val="83686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25040" y="274320"/>
            <a:ext cx="7355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For Loop syntax and example</a:t>
            </a:r>
            <a:endParaRPr lang="en-US" sz="28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839" y="1198507"/>
            <a:ext cx="9451629" cy="519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84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25040" y="274320"/>
            <a:ext cx="7355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While loop</a:t>
            </a:r>
            <a:endParaRPr lang="en-US" sz="4800" b="1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059" y="1124796"/>
            <a:ext cx="9266550" cy="552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468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25040" y="274320"/>
            <a:ext cx="7355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Do while loop</a:t>
            </a:r>
            <a:endParaRPr lang="en-US" sz="48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49" y="1188778"/>
            <a:ext cx="9587060" cy="526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851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b="1" dirty="0" smtClean="0"/>
              <a:t>Summary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280743"/>
            <a:ext cx="10171529" cy="2821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400" dirty="0"/>
              <a:t>Loops are design tools, not </a:t>
            </a:r>
            <a:r>
              <a:rPr lang="en-US" sz="2400" dirty="0" smtClean="0"/>
              <a:t>alternatives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400" dirty="0" smtClean="0"/>
              <a:t>for </a:t>
            </a:r>
            <a:r>
              <a:rPr lang="en-US" sz="2400" dirty="0"/>
              <a:t>loop handles predictable </a:t>
            </a:r>
            <a:r>
              <a:rPr lang="en-US" sz="2400" dirty="0" smtClean="0"/>
              <a:t>iterations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400" dirty="0" smtClean="0"/>
              <a:t>while </a:t>
            </a:r>
            <a:r>
              <a:rPr lang="en-US" sz="2400" dirty="0"/>
              <a:t>loop handles unknown iteration </a:t>
            </a:r>
            <a:r>
              <a:rPr lang="en-US" sz="2400" dirty="0" smtClean="0"/>
              <a:t>counts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400" dirty="0" smtClean="0"/>
              <a:t>do…while </a:t>
            </a:r>
            <a:r>
              <a:rPr lang="en-US" sz="2400" dirty="0"/>
              <a:t>loop guarantees at least one </a:t>
            </a:r>
            <a:r>
              <a:rPr lang="en-US" sz="2400" dirty="0" smtClean="0"/>
              <a:t>execution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400" dirty="0" smtClean="0"/>
              <a:t>Professional </a:t>
            </a:r>
            <a:r>
              <a:rPr lang="en-US" sz="2400" dirty="0"/>
              <a:t>programmers choose loops based on logic, not preference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57505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949</TotalTime>
  <Words>471</Words>
  <Application>Microsoft Office PowerPoint</Application>
  <PresentationFormat>Widescreen</PresentationFormat>
  <Paragraphs>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Century Gothic</vt:lpstr>
      <vt:lpstr>Times New Roman</vt:lpstr>
      <vt:lpstr>Wingdings</vt:lpstr>
      <vt:lpstr>Wingdings 3</vt:lpstr>
      <vt:lpstr>Ion</vt:lpstr>
      <vt:lpstr>بِسْمِ ٱللَّهِ ٱلرَّحْمَٰنِ ٱلرَّحِيمِ</vt:lpstr>
      <vt:lpstr>Course: Web Designing</vt:lpstr>
      <vt:lpstr>Instructor: Muhammad Sahil</vt:lpstr>
      <vt:lpstr>What Are Loops in Programming?</vt:lpstr>
      <vt:lpstr>for Loop – Fixed and Predictable Tasks</vt:lpstr>
      <vt:lpstr>while Loop – Condition-Driven Execution</vt:lpstr>
      <vt:lpstr>do…while Loop – Mandatory First Execution</vt:lpstr>
      <vt:lpstr>Why for Loop Alone Is Not Enough</vt:lpstr>
      <vt:lpstr>Practical Programming Comparison</vt:lpstr>
      <vt:lpstr>PowerPoint Presentation</vt:lpstr>
      <vt:lpstr>PowerPoint Presentation</vt:lpstr>
      <vt:lpstr>PowerPoint Presentation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Web Designing</dc:title>
  <dc:creator>Muhammad Sahil</dc:creator>
  <cp:lastModifiedBy>Muhammad Sahil</cp:lastModifiedBy>
  <cp:revision>38</cp:revision>
  <dcterms:created xsi:type="dcterms:W3CDTF">2025-11-16T03:57:59Z</dcterms:created>
  <dcterms:modified xsi:type="dcterms:W3CDTF">2026-01-06T12:54:48Z</dcterms:modified>
</cp:coreProperties>
</file>